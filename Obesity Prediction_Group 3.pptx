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5"/>
    <p:sldMasterId id="214748367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y="5143500" cx="9144000"/>
  <p:notesSz cx="6858000" cy="9144000"/>
  <p:embeddedFontLst>
    <p:embeddedFont>
      <p:font typeface="Robo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841FAA-7BD2-4822-955E-87983DA58BB8}">
  <a:tblStyle styleId="{EC841FAA-7BD2-4822-955E-87983DA58BB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4.xml"/><Relationship Id="rId33" Type="http://schemas.openxmlformats.org/officeDocument/2006/relationships/font" Target="fonts/Roboto-boldItalic.fntdata"/><Relationship Id="rId10" Type="http://schemas.openxmlformats.org/officeDocument/2006/relationships/slide" Target="slides/slide3.xml"/><Relationship Id="rId32" Type="http://schemas.openxmlformats.org/officeDocument/2006/relationships/font" Target="fonts/Roboto-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b9f43d8d09_0_2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b9f43d8d09_0_29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the chat to introduce yourself and the courses you teach!</a:t>
            </a:r>
            <a:endParaRPr/>
          </a:p>
          <a:p>
            <a:pPr indent="0" lvl="0" marL="0" rtl="0" algn="l">
              <a:spcBef>
                <a:spcPts val="0"/>
              </a:spcBef>
              <a:spcAft>
                <a:spcPts val="0"/>
              </a:spcAft>
              <a:buNone/>
            </a:pPr>
            <a:r>
              <a:t/>
            </a:r>
            <a:endParaRPr/>
          </a:p>
        </p:txBody>
      </p:sp>
      <p:sp>
        <p:nvSpPr>
          <p:cNvPr id="157" name="Google Shape;157;gb9f43d8d09_0_29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306c122153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g3306c122153_4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335d78efdd_3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335d78efdd_3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306b5870f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3306b5870f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306b5870fe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306b5870fe_0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306c122153_3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3306c122153_3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306c122153_5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3306c122153_5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3ee969e4c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3ee969e4c0_0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3ee969e4c0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3ee969e4c0_0_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3ee969e4c0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3ee969e4c0_0_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3ee969e4c0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3ee969e4c0_0_1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3ee969e4c0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g33ee969e4c0_0_1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3ee969e4c0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g33ee969e4c0_0_2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335d78efdd_5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335d78efdd_5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335d78efdd_5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335d78efdd_5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335d78efdd_5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335d78efdd_5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335d78efdd_5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335d78efdd_5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335d78efdd_5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335d78efdd_5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335d78efdd_5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335d78efdd_5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d77c218d19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
              <a:t>Paula</a:t>
            </a:r>
            <a:endParaRPr/>
          </a:p>
        </p:txBody>
      </p:sp>
      <p:sp>
        <p:nvSpPr>
          <p:cNvPr id="374" name="Google Shape;374;gd77c218d19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306c122153_5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rPr lang="en"/>
              <a:t>Paula</a:t>
            </a:r>
            <a:endParaRPr/>
          </a:p>
        </p:txBody>
      </p:sp>
      <p:sp>
        <p:nvSpPr>
          <p:cNvPr id="383" name="Google Shape;383;g3306c122153_5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d77c218d19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d77c218d19_0_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gd77c218d19_0_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9.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5.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Page">
  <p:cSld name="Separator Page">
    <p:bg>
      <p:bgPr>
        <a:blipFill>
          <a:blip r:embed="rId2">
            <a:alphaModFix/>
          </a:blip>
          <a:stretch>
            <a:fillRect/>
          </a:stretch>
        </a:blipFill>
      </p:bgPr>
    </p:bg>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52" name="Google Shape;52;p13"/>
          <p:cNvSpPr txBox="1"/>
          <p:nvPr>
            <p:ph type="title"/>
          </p:nvPr>
        </p:nvSpPr>
        <p:spPr>
          <a:xfrm>
            <a:off x="0" y="1542060"/>
            <a:ext cx="9144000" cy="2054100"/>
          </a:xfrm>
          <a:prstGeom prst="rect">
            <a:avLst/>
          </a:prstGeom>
          <a:noFill/>
          <a:ln>
            <a:noFill/>
          </a:ln>
        </p:spPr>
        <p:txBody>
          <a:bodyPr anchorCtr="0" anchor="ctr" bIns="34275" lIns="68575" spcFirstLastPara="1" rIns="68575" wrap="square" tIns="34275">
            <a:noAutofit/>
          </a:bodyPr>
          <a:lstStyle>
            <a:lvl1pPr lvl="0" rtl="0" algn="ctr">
              <a:lnSpc>
                <a:spcPct val="90000"/>
              </a:lnSpc>
              <a:spcBef>
                <a:spcPts val="0"/>
              </a:spcBef>
              <a:spcAft>
                <a:spcPts val="0"/>
              </a:spcAft>
              <a:buClr>
                <a:schemeClr val="lt1"/>
              </a:buClr>
              <a:buSzPts val="3300"/>
              <a:buFont typeface="Arial"/>
              <a:buNone/>
              <a:defRPr>
                <a:solidFill>
                  <a:schemeClr val="lt1"/>
                </a:solidFill>
                <a:latin typeface="Arial"/>
                <a:ea typeface="Arial"/>
                <a:cs typeface="Arial"/>
                <a:sym typeface="Arial"/>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3" name="Google Shape;53;p13"/>
          <p:cNvSpPr txBox="1"/>
          <p:nvPr>
            <p:ph idx="12" type="sldNum"/>
          </p:nvPr>
        </p:nvSpPr>
        <p:spPr>
          <a:xfrm>
            <a:off x="8556784" y="4749850"/>
            <a:ext cx="548700" cy="393600"/>
          </a:xfrm>
          <a:prstGeom prst="rect">
            <a:avLst/>
          </a:prstGeom>
          <a:noFill/>
          <a:ln>
            <a:noFill/>
          </a:ln>
        </p:spPr>
        <p:txBody>
          <a:bodyPr anchorCtr="0" anchor="t" bIns="34275" lIns="68575" spcFirstLastPara="1" rIns="68575" wrap="square" tIns="34275">
            <a:noAutofit/>
          </a:bodyPr>
          <a:lstStyle>
            <a:lvl1pPr indent="0" lvl="0" marL="0" marR="0" rtl="0" algn="r">
              <a:lnSpc>
                <a:spcPct val="100000"/>
              </a:lnSpc>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chemeClr val="dk1"/>
              </a:buClr>
              <a:buSzPts val="1000"/>
              <a:buFont typeface="Calibri"/>
              <a:buNone/>
              <a:defRPr b="0" i="0" sz="10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p1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rtl="0" algn="l">
              <a:lnSpc>
                <a:spcPct val="90000"/>
              </a:lnSpc>
              <a:spcBef>
                <a:spcPts val="0"/>
              </a:spcBef>
              <a:spcAft>
                <a:spcPts val="0"/>
              </a:spcAft>
              <a:buClr>
                <a:schemeClr val="dk1"/>
              </a:buClr>
              <a:buSzPts val="1400"/>
              <a:buNone/>
              <a:defRPr/>
            </a:lvl1pPr>
            <a:lvl2pPr lvl="1" rtl="0" algn="l">
              <a:lnSpc>
                <a:spcPct val="100000"/>
              </a:lnSpc>
              <a:spcBef>
                <a:spcPts val="0"/>
              </a:spcBef>
              <a:spcAft>
                <a:spcPts val="0"/>
              </a:spcAft>
              <a:buSzPts val="1100"/>
              <a:buNone/>
              <a:defRPr/>
            </a:lvl2pPr>
            <a:lvl3pPr lvl="2" rtl="0" algn="l">
              <a:lnSpc>
                <a:spcPct val="100000"/>
              </a:lnSpc>
              <a:spcBef>
                <a:spcPts val="0"/>
              </a:spcBef>
              <a:spcAft>
                <a:spcPts val="0"/>
              </a:spcAft>
              <a:buSzPts val="1100"/>
              <a:buNone/>
              <a:defRPr/>
            </a:lvl3pPr>
            <a:lvl4pPr lvl="3" rtl="0" algn="l">
              <a:lnSpc>
                <a:spcPct val="100000"/>
              </a:lnSpc>
              <a:spcBef>
                <a:spcPts val="0"/>
              </a:spcBef>
              <a:spcAft>
                <a:spcPts val="0"/>
              </a:spcAft>
              <a:buSzPts val="1100"/>
              <a:buNone/>
              <a:defRPr/>
            </a:lvl4pPr>
            <a:lvl5pPr lvl="4" rtl="0" algn="l">
              <a:lnSpc>
                <a:spcPct val="100000"/>
              </a:lnSpc>
              <a:spcBef>
                <a:spcPts val="0"/>
              </a:spcBef>
              <a:spcAft>
                <a:spcPts val="0"/>
              </a:spcAft>
              <a:buSzPts val="1100"/>
              <a:buNone/>
              <a:defRPr/>
            </a:lvl5pPr>
            <a:lvl6pPr lvl="5" rtl="0" algn="l">
              <a:lnSpc>
                <a:spcPct val="100000"/>
              </a:lnSpc>
              <a:spcBef>
                <a:spcPts val="0"/>
              </a:spcBef>
              <a:spcAft>
                <a:spcPts val="0"/>
              </a:spcAft>
              <a:buSzPts val="1100"/>
              <a:buNone/>
              <a:defRPr/>
            </a:lvl6pPr>
            <a:lvl7pPr lvl="6" rtl="0" algn="l">
              <a:lnSpc>
                <a:spcPct val="100000"/>
              </a:lnSpc>
              <a:spcBef>
                <a:spcPts val="0"/>
              </a:spcBef>
              <a:spcAft>
                <a:spcPts val="0"/>
              </a:spcAft>
              <a:buSzPts val="1100"/>
              <a:buNone/>
              <a:defRPr/>
            </a:lvl7pPr>
            <a:lvl8pPr lvl="7" rtl="0" algn="l">
              <a:lnSpc>
                <a:spcPct val="100000"/>
              </a:lnSpc>
              <a:spcBef>
                <a:spcPts val="0"/>
              </a:spcBef>
              <a:spcAft>
                <a:spcPts val="0"/>
              </a:spcAft>
              <a:buSzPts val="1100"/>
              <a:buNone/>
              <a:defRPr/>
            </a:lvl8pPr>
            <a:lvl9pPr lvl="8" rtl="0" algn="l">
              <a:lnSpc>
                <a:spcPct val="100000"/>
              </a:lnSpc>
              <a:spcBef>
                <a:spcPts val="0"/>
              </a:spcBef>
              <a:spcAft>
                <a:spcPts val="0"/>
              </a:spcAft>
              <a:buSzPts val="1100"/>
              <a:buNone/>
              <a:defRPr/>
            </a:lvl9pPr>
          </a:lstStyle>
          <a:p/>
        </p:txBody>
      </p:sp>
      <p:sp>
        <p:nvSpPr>
          <p:cNvPr id="56" name="Google Shape;56;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17500" lvl="0" marL="457200" rtl="0" algn="l">
              <a:lnSpc>
                <a:spcPct val="90000"/>
              </a:lnSpc>
              <a:spcBef>
                <a:spcPts val="800"/>
              </a:spcBef>
              <a:spcAft>
                <a:spcPts val="0"/>
              </a:spcAft>
              <a:buClr>
                <a:schemeClr val="dk1"/>
              </a:buClr>
              <a:buSzPts val="1400"/>
              <a:buChar char="•"/>
              <a:defRPr/>
            </a:lvl1pPr>
            <a:lvl2pPr indent="-317500" lvl="1" marL="914400" rtl="0" algn="l">
              <a:lnSpc>
                <a:spcPct val="90000"/>
              </a:lnSpc>
              <a:spcBef>
                <a:spcPts val="400"/>
              </a:spcBef>
              <a:spcAft>
                <a:spcPts val="0"/>
              </a:spcAft>
              <a:buClr>
                <a:schemeClr val="dk1"/>
              </a:buClr>
              <a:buSzPts val="1400"/>
              <a:buChar char="•"/>
              <a:defRPr/>
            </a:lvl2pPr>
            <a:lvl3pPr indent="-317500" lvl="2" marL="1371600" rtl="0" algn="l">
              <a:lnSpc>
                <a:spcPct val="90000"/>
              </a:lnSpc>
              <a:spcBef>
                <a:spcPts val="400"/>
              </a:spcBef>
              <a:spcAft>
                <a:spcPts val="0"/>
              </a:spcAft>
              <a:buClr>
                <a:schemeClr val="dk1"/>
              </a:buClr>
              <a:buSzPts val="1400"/>
              <a:buChar char="•"/>
              <a:defRPr/>
            </a:lvl3pPr>
            <a:lvl4pPr indent="-317500" lvl="3" marL="1828800" rtl="0" algn="l">
              <a:lnSpc>
                <a:spcPct val="90000"/>
              </a:lnSpc>
              <a:spcBef>
                <a:spcPts val="400"/>
              </a:spcBef>
              <a:spcAft>
                <a:spcPts val="0"/>
              </a:spcAft>
              <a:buClr>
                <a:schemeClr val="dk1"/>
              </a:buClr>
              <a:buSzPts val="1400"/>
              <a:buChar char="•"/>
              <a:defRPr/>
            </a:lvl4pPr>
            <a:lvl5pPr indent="-317500" lvl="4" marL="2286000" rtl="0" algn="l">
              <a:lnSpc>
                <a:spcPct val="90000"/>
              </a:lnSpc>
              <a:spcBef>
                <a:spcPts val="400"/>
              </a:spcBef>
              <a:spcAft>
                <a:spcPts val="0"/>
              </a:spcAft>
              <a:buClr>
                <a:schemeClr val="dk1"/>
              </a:buClr>
              <a:buSzPts val="1400"/>
              <a:buChar char="•"/>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57" name="Google Shape;57;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rtl="0" algn="l">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58" name="Google Shape;58;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rtl="0" algn="ctr">
              <a:lnSpc>
                <a:spcPct val="100000"/>
              </a:lnSpc>
              <a:spcBef>
                <a:spcPts val="0"/>
              </a:spcBef>
              <a:spcAft>
                <a:spcPts val="0"/>
              </a:spcAft>
              <a:buSzPts val="1100"/>
              <a:buNone/>
              <a:defRPr sz="1100"/>
            </a:lvl1pPr>
            <a:lvl2pPr lvl="1" rtl="0" algn="l">
              <a:lnSpc>
                <a:spcPct val="100000"/>
              </a:lnSpc>
              <a:spcBef>
                <a:spcPts val="0"/>
              </a:spcBef>
              <a:spcAft>
                <a:spcPts val="0"/>
              </a:spcAft>
              <a:buSzPts val="1100"/>
              <a:buNone/>
              <a:defRPr sz="1100"/>
            </a:lvl2pPr>
            <a:lvl3pPr lvl="2" rtl="0" algn="l">
              <a:lnSpc>
                <a:spcPct val="100000"/>
              </a:lnSpc>
              <a:spcBef>
                <a:spcPts val="0"/>
              </a:spcBef>
              <a:spcAft>
                <a:spcPts val="0"/>
              </a:spcAft>
              <a:buSzPts val="1100"/>
              <a:buNone/>
              <a:defRPr sz="1100"/>
            </a:lvl3pPr>
            <a:lvl4pPr lvl="3" rtl="0" algn="l">
              <a:lnSpc>
                <a:spcPct val="100000"/>
              </a:lnSpc>
              <a:spcBef>
                <a:spcPts val="0"/>
              </a:spcBef>
              <a:spcAft>
                <a:spcPts val="0"/>
              </a:spcAft>
              <a:buSzPts val="1100"/>
              <a:buNone/>
              <a:defRPr sz="1100"/>
            </a:lvl4pPr>
            <a:lvl5pPr lvl="4" rtl="0" algn="l">
              <a:lnSpc>
                <a:spcPct val="100000"/>
              </a:lnSpc>
              <a:spcBef>
                <a:spcPts val="0"/>
              </a:spcBef>
              <a:spcAft>
                <a:spcPts val="0"/>
              </a:spcAft>
              <a:buSzPts val="1100"/>
              <a:buNone/>
              <a:defRPr sz="1100"/>
            </a:lvl5pPr>
            <a:lvl6pPr lvl="5" rtl="0" algn="l">
              <a:lnSpc>
                <a:spcPct val="100000"/>
              </a:lnSpc>
              <a:spcBef>
                <a:spcPts val="0"/>
              </a:spcBef>
              <a:spcAft>
                <a:spcPts val="0"/>
              </a:spcAft>
              <a:buSzPts val="1100"/>
              <a:buNone/>
              <a:defRPr sz="1100"/>
            </a:lvl6pPr>
            <a:lvl7pPr lvl="6" rtl="0" algn="l">
              <a:lnSpc>
                <a:spcPct val="100000"/>
              </a:lnSpc>
              <a:spcBef>
                <a:spcPts val="0"/>
              </a:spcBef>
              <a:spcAft>
                <a:spcPts val="0"/>
              </a:spcAft>
              <a:buSzPts val="1100"/>
              <a:buNone/>
              <a:defRPr sz="1100"/>
            </a:lvl7pPr>
            <a:lvl8pPr lvl="7" rtl="0" algn="l">
              <a:lnSpc>
                <a:spcPct val="100000"/>
              </a:lnSpc>
              <a:spcBef>
                <a:spcPts val="0"/>
              </a:spcBef>
              <a:spcAft>
                <a:spcPts val="0"/>
              </a:spcAft>
              <a:buSzPts val="1100"/>
              <a:buNone/>
              <a:defRPr sz="1100"/>
            </a:lvl8pPr>
            <a:lvl9pPr lvl="8" rtl="0" algn="l">
              <a:lnSpc>
                <a:spcPct val="100000"/>
              </a:lnSpc>
              <a:spcBef>
                <a:spcPts val="0"/>
              </a:spcBef>
              <a:spcAft>
                <a:spcPts val="0"/>
              </a:spcAft>
              <a:buSzPts val="1100"/>
              <a:buNone/>
              <a:defRPr sz="1100"/>
            </a:lvl9pPr>
          </a:lstStyle>
          <a:p/>
        </p:txBody>
      </p:sp>
      <p:sp>
        <p:nvSpPr>
          <p:cNvPr id="59" name="Google Shape;59;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0" name="Shape 60"/>
        <p:cNvGrpSpPr/>
        <p:nvPr/>
      </p:nvGrpSpPr>
      <p:grpSpPr>
        <a:xfrm>
          <a:off x="0" y="0"/>
          <a:ext cx="0" cy="0"/>
          <a:chOff x="0" y="0"/>
          <a:chExt cx="0" cy="0"/>
        </a:xfrm>
      </p:grpSpPr>
      <p:sp>
        <p:nvSpPr>
          <p:cNvPr id="61" name="Google Shape;61;p15"/>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2" name="Google Shape;62;p15"/>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latin typeface="Arial"/>
                <a:ea typeface="Arial"/>
                <a:cs typeface="Arial"/>
                <a:sym typeface="Arial"/>
              </a:defRPr>
            </a:lvl1pPr>
            <a:lvl2pPr lvl="1" algn="ctr">
              <a:spcBef>
                <a:spcPts val="1600"/>
              </a:spcBef>
              <a:spcAft>
                <a:spcPts val="0"/>
              </a:spcAft>
              <a:buClr>
                <a:srgbClr val="888888"/>
              </a:buClr>
              <a:buSzPts val="2800"/>
              <a:buNone/>
              <a:defRPr>
                <a:solidFill>
                  <a:srgbClr val="888888"/>
                </a:solidFill>
              </a:defRPr>
            </a:lvl2pPr>
            <a:lvl3pPr lvl="2" algn="ctr">
              <a:spcBef>
                <a:spcPts val="1600"/>
              </a:spcBef>
              <a:spcAft>
                <a:spcPts val="0"/>
              </a:spcAft>
              <a:buClr>
                <a:srgbClr val="888888"/>
              </a:buClr>
              <a:buSzPts val="2400"/>
              <a:buNone/>
              <a:defRPr>
                <a:solidFill>
                  <a:srgbClr val="888888"/>
                </a:solidFill>
              </a:defRPr>
            </a:lvl3pPr>
            <a:lvl4pPr lvl="3" algn="ctr">
              <a:spcBef>
                <a:spcPts val="1600"/>
              </a:spcBef>
              <a:spcAft>
                <a:spcPts val="0"/>
              </a:spcAft>
              <a:buClr>
                <a:srgbClr val="888888"/>
              </a:buClr>
              <a:buSzPts val="2000"/>
              <a:buNone/>
              <a:defRPr>
                <a:solidFill>
                  <a:srgbClr val="888888"/>
                </a:solidFill>
              </a:defRPr>
            </a:lvl4pPr>
            <a:lvl5pPr lvl="4" algn="ctr">
              <a:spcBef>
                <a:spcPts val="1600"/>
              </a:spcBef>
              <a:spcAft>
                <a:spcPts val="0"/>
              </a:spcAft>
              <a:buClr>
                <a:srgbClr val="888888"/>
              </a:buClr>
              <a:buSzPts val="2000"/>
              <a:buNone/>
              <a:defRPr>
                <a:solidFill>
                  <a:srgbClr val="888888"/>
                </a:solidFill>
              </a:defRPr>
            </a:lvl5pPr>
            <a:lvl6pPr lvl="5" algn="ctr">
              <a:spcBef>
                <a:spcPts val="1600"/>
              </a:spcBef>
              <a:spcAft>
                <a:spcPts val="0"/>
              </a:spcAft>
              <a:buClr>
                <a:srgbClr val="888888"/>
              </a:buClr>
              <a:buSzPts val="2000"/>
              <a:buNone/>
              <a:defRPr>
                <a:solidFill>
                  <a:srgbClr val="888888"/>
                </a:solidFill>
              </a:defRPr>
            </a:lvl6pPr>
            <a:lvl7pPr lvl="6" algn="ctr">
              <a:spcBef>
                <a:spcPts val="1600"/>
              </a:spcBef>
              <a:spcAft>
                <a:spcPts val="0"/>
              </a:spcAft>
              <a:buClr>
                <a:srgbClr val="888888"/>
              </a:buClr>
              <a:buSzPts val="2000"/>
              <a:buNone/>
              <a:defRPr>
                <a:solidFill>
                  <a:srgbClr val="888888"/>
                </a:solidFill>
              </a:defRPr>
            </a:lvl7pPr>
            <a:lvl8pPr lvl="7" algn="ctr">
              <a:spcBef>
                <a:spcPts val="1600"/>
              </a:spcBef>
              <a:spcAft>
                <a:spcPts val="0"/>
              </a:spcAft>
              <a:buClr>
                <a:srgbClr val="888888"/>
              </a:buClr>
              <a:buSzPts val="2000"/>
              <a:buNone/>
              <a:defRPr>
                <a:solidFill>
                  <a:srgbClr val="888888"/>
                </a:solidFill>
              </a:defRPr>
            </a:lvl8pPr>
            <a:lvl9pPr lvl="8" algn="ctr">
              <a:spcBef>
                <a:spcPts val="1600"/>
              </a:spcBef>
              <a:spcAft>
                <a:spcPts val="1600"/>
              </a:spcAft>
              <a:buClr>
                <a:srgbClr val="888888"/>
              </a:buClr>
              <a:buSzPts val="2000"/>
              <a:buNone/>
              <a:defRPr>
                <a:solidFill>
                  <a:srgbClr val="888888"/>
                </a:solidFill>
              </a:defRPr>
            </a:lvl9pPr>
          </a:lstStyle>
          <a:p/>
        </p:txBody>
      </p:sp>
      <p:sp>
        <p:nvSpPr>
          <p:cNvPr id="63" name="Google Shape;63;p1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5"/>
          <p:cNvSpPr txBox="1"/>
          <p:nvPr>
            <p:ph idx="12" type="sldNum"/>
          </p:nvPr>
        </p:nvSpPr>
        <p:spPr>
          <a:xfrm>
            <a:off x="6553200" y="4767263"/>
            <a:ext cx="2133600" cy="2739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rgbClr val="FFFFFF"/>
                </a:solidFill>
                <a:latin typeface="Arial"/>
                <a:ea typeface="Arial"/>
                <a:cs typeface="Arial"/>
                <a:sym typeface="Arial"/>
              </a:defRPr>
            </a:lvl1pPr>
            <a:lvl2pPr indent="0" lvl="1" marL="0" algn="r">
              <a:spcBef>
                <a:spcPts val="0"/>
              </a:spcBef>
              <a:buNone/>
              <a:defRPr b="0" i="0" sz="1200" u="none" cap="none" strike="noStrike">
                <a:solidFill>
                  <a:srgbClr val="FFFFFF"/>
                </a:solidFill>
                <a:latin typeface="Arial"/>
                <a:ea typeface="Arial"/>
                <a:cs typeface="Arial"/>
                <a:sym typeface="Arial"/>
              </a:defRPr>
            </a:lvl2pPr>
            <a:lvl3pPr indent="0" lvl="2" marL="0" algn="r">
              <a:spcBef>
                <a:spcPts val="0"/>
              </a:spcBef>
              <a:buNone/>
              <a:defRPr b="0" i="0" sz="1200" u="none" cap="none" strike="noStrike">
                <a:solidFill>
                  <a:srgbClr val="FFFFFF"/>
                </a:solidFill>
                <a:latin typeface="Arial"/>
                <a:ea typeface="Arial"/>
                <a:cs typeface="Arial"/>
                <a:sym typeface="Arial"/>
              </a:defRPr>
            </a:lvl3pPr>
            <a:lvl4pPr indent="0" lvl="3" marL="0" algn="r">
              <a:spcBef>
                <a:spcPts val="0"/>
              </a:spcBef>
              <a:buNone/>
              <a:defRPr b="0" i="0" sz="1200" u="none" cap="none" strike="noStrike">
                <a:solidFill>
                  <a:srgbClr val="FFFFFF"/>
                </a:solidFill>
                <a:latin typeface="Arial"/>
                <a:ea typeface="Arial"/>
                <a:cs typeface="Arial"/>
                <a:sym typeface="Arial"/>
              </a:defRPr>
            </a:lvl4pPr>
            <a:lvl5pPr indent="0" lvl="4" marL="0" algn="r">
              <a:spcBef>
                <a:spcPts val="0"/>
              </a:spcBef>
              <a:buNone/>
              <a:defRPr b="0" i="0" sz="1200" u="none" cap="none" strike="noStrike">
                <a:solidFill>
                  <a:srgbClr val="FFFFFF"/>
                </a:solidFill>
                <a:latin typeface="Arial"/>
                <a:ea typeface="Arial"/>
                <a:cs typeface="Arial"/>
                <a:sym typeface="Arial"/>
              </a:defRPr>
            </a:lvl5pPr>
            <a:lvl6pPr indent="0" lvl="5" marL="0" algn="r">
              <a:spcBef>
                <a:spcPts val="0"/>
              </a:spcBef>
              <a:buNone/>
              <a:defRPr b="0" i="0" sz="1200" u="none" cap="none" strike="noStrike">
                <a:solidFill>
                  <a:srgbClr val="FFFFFF"/>
                </a:solidFill>
                <a:latin typeface="Arial"/>
                <a:ea typeface="Arial"/>
                <a:cs typeface="Arial"/>
                <a:sym typeface="Arial"/>
              </a:defRPr>
            </a:lvl6pPr>
            <a:lvl7pPr indent="0" lvl="6" marL="0" algn="r">
              <a:spcBef>
                <a:spcPts val="0"/>
              </a:spcBef>
              <a:buNone/>
              <a:defRPr b="0" i="0" sz="1200" u="none" cap="none" strike="noStrike">
                <a:solidFill>
                  <a:srgbClr val="FFFFFF"/>
                </a:solidFill>
                <a:latin typeface="Arial"/>
                <a:ea typeface="Arial"/>
                <a:cs typeface="Arial"/>
                <a:sym typeface="Arial"/>
              </a:defRPr>
            </a:lvl7pPr>
            <a:lvl8pPr indent="0" lvl="7" marL="0" algn="r">
              <a:spcBef>
                <a:spcPts val="0"/>
              </a:spcBef>
              <a:buNone/>
              <a:defRPr b="0" i="0" sz="1200" u="none" cap="none" strike="noStrike">
                <a:solidFill>
                  <a:srgbClr val="FFFFFF"/>
                </a:solidFill>
                <a:latin typeface="Arial"/>
                <a:ea typeface="Arial"/>
                <a:cs typeface="Arial"/>
                <a:sym typeface="Arial"/>
              </a:defRPr>
            </a:lvl8pPr>
            <a:lvl9pPr indent="0" lvl="8" marL="0" algn="r">
              <a:spcBef>
                <a:spcPts val="0"/>
              </a:spcBef>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3" name="Shape 73"/>
        <p:cNvGrpSpPr/>
        <p:nvPr/>
      </p:nvGrpSpPr>
      <p:grpSpPr>
        <a:xfrm>
          <a:off x="0" y="0"/>
          <a:ext cx="0" cy="0"/>
          <a:chOff x="0" y="0"/>
          <a:chExt cx="0" cy="0"/>
        </a:xfrm>
      </p:grpSpPr>
      <p:sp>
        <p:nvSpPr>
          <p:cNvPr id="74" name="Google Shape;74;p17"/>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7"/>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latin typeface="Arial"/>
                <a:ea typeface="Arial"/>
                <a:cs typeface="Arial"/>
                <a:sym typeface="Aria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76" name="Google Shape;76;p1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2" type="sldNum"/>
          </p:nvPr>
        </p:nvSpPr>
        <p:spPr>
          <a:xfrm>
            <a:off x="6553200" y="4767263"/>
            <a:ext cx="2133600" cy="2739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b="0" i="0" sz="1200" u="none" cap="none" strike="noStrike">
                <a:solidFill>
                  <a:srgbClr val="FFFFFF"/>
                </a:solidFill>
                <a:latin typeface="Arial"/>
                <a:ea typeface="Arial"/>
                <a:cs typeface="Arial"/>
                <a:sym typeface="Arial"/>
              </a:defRPr>
            </a:lvl1pPr>
            <a:lvl2pPr indent="0" lvl="1" marL="0" algn="r">
              <a:spcBef>
                <a:spcPts val="0"/>
              </a:spcBef>
              <a:buNone/>
              <a:defRPr b="0" i="0" sz="1200" u="none" cap="none" strike="noStrike">
                <a:solidFill>
                  <a:srgbClr val="FFFFFF"/>
                </a:solidFill>
                <a:latin typeface="Arial"/>
                <a:ea typeface="Arial"/>
                <a:cs typeface="Arial"/>
                <a:sym typeface="Arial"/>
              </a:defRPr>
            </a:lvl2pPr>
            <a:lvl3pPr indent="0" lvl="2" marL="0" algn="r">
              <a:spcBef>
                <a:spcPts val="0"/>
              </a:spcBef>
              <a:buNone/>
              <a:defRPr b="0" i="0" sz="1200" u="none" cap="none" strike="noStrike">
                <a:solidFill>
                  <a:srgbClr val="FFFFFF"/>
                </a:solidFill>
                <a:latin typeface="Arial"/>
                <a:ea typeface="Arial"/>
                <a:cs typeface="Arial"/>
                <a:sym typeface="Arial"/>
              </a:defRPr>
            </a:lvl3pPr>
            <a:lvl4pPr indent="0" lvl="3" marL="0" algn="r">
              <a:spcBef>
                <a:spcPts val="0"/>
              </a:spcBef>
              <a:buNone/>
              <a:defRPr b="0" i="0" sz="1200" u="none" cap="none" strike="noStrike">
                <a:solidFill>
                  <a:srgbClr val="FFFFFF"/>
                </a:solidFill>
                <a:latin typeface="Arial"/>
                <a:ea typeface="Arial"/>
                <a:cs typeface="Arial"/>
                <a:sym typeface="Arial"/>
              </a:defRPr>
            </a:lvl4pPr>
            <a:lvl5pPr indent="0" lvl="4" marL="0" algn="r">
              <a:spcBef>
                <a:spcPts val="0"/>
              </a:spcBef>
              <a:buNone/>
              <a:defRPr b="0" i="0" sz="1200" u="none" cap="none" strike="noStrike">
                <a:solidFill>
                  <a:srgbClr val="FFFFFF"/>
                </a:solidFill>
                <a:latin typeface="Arial"/>
                <a:ea typeface="Arial"/>
                <a:cs typeface="Arial"/>
                <a:sym typeface="Arial"/>
              </a:defRPr>
            </a:lvl5pPr>
            <a:lvl6pPr indent="0" lvl="5" marL="0" algn="r">
              <a:spcBef>
                <a:spcPts val="0"/>
              </a:spcBef>
              <a:buNone/>
              <a:defRPr b="0" i="0" sz="1200" u="none" cap="none" strike="noStrike">
                <a:solidFill>
                  <a:srgbClr val="FFFFFF"/>
                </a:solidFill>
                <a:latin typeface="Arial"/>
                <a:ea typeface="Arial"/>
                <a:cs typeface="Arial"/>
                <a:sym typeface="Arial"/>
              </a:defRPr>
            </a:lvl6pPr>
            <a:lvl7pPr indent="0" lvl="6" marL="0" algn="r">
              <a:spcBef>
                <a:spcPts val="0"/>
              </a:spcBef>
              <a:buNone/>
              <a:defRPr b="0" i="0" sz="1200" u="none" cap="none" strike="noStrike">
                <a:solidFill>
                  <a:srgbClr val="FFFFFF"/>
                </a:solidFill>
                <a:latin typeface="Arial"/>
                <a:ea typeface="Arial"/>
                <a:cs typeface="Arial"/>
                <a:sym typeface="Arial"/>
              </a:defRPr>
            </a:lvl7pPr>
            <a:lvl8pPr indent="0" lvl="7" marL="0" algn="r">
              <a:spcBef>
                <a:spcPts val="0"/>
              </a:spcBef>
              <a:buNone/>
              <a:defRPr b="0" i="0" sz="1200" u="none" cap="none" strike="noStrike">
                <a:solidFill>
                  <a:srgbClr val="FFFFFF"/>
                </a:solidFill>
                <a:latin typeface="Arial"/>
                <a:ea typeface="Arial"/>
                <a:cs typeface="Arial"/>
                <a:sym typeface="Arial"/>
              </a:defRPr>
            </a:lvl8pPr>
            <a:lvl9pPr indent="0" lvl="8" marL="0" algn="r">
              <a:spcBef>
                <a:spcPts val="0"/>
              </a:spcBef>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Page 1">
  <p:cSld name="Separator Page 1">
    <p:bg>
      <p:bgPr>
        <a:blipFill>
          <a:blip r:embed="rId2">
            <a:alphaModFix/>
          </a:blip>
          <a:stretch>
            <a:fillRect/>
          </a:stretch>
        </a:blipFill>
      </p:bgPr>
    </p:bg>
    <p:spTree>
      <p:nvGrpSpPr>
        <p:cNvPr id="79" name="Shape 79"/>
        <p:cNvGrpSpPr/>
        <p:nvPr/>
      </p:nvGrpSpPr>
      <p:grpSpPr>
        <a:xfrm>
          <a:off x="0" y="0"/>
          <a:ext cx="0" cy="0"/>
          <a:chOff x="0" y="0"/>
          <a:chExt cx="0" cy="0"/>
        </a:xfrm>
      </p:grpSpPr>
      <p:sp>
        <p:nvSpPr>
          <p:cNvPr id="80" name="Google Shape;80;p18"/>
          <p:cNvSpPr txBox="1"/>
          <p:nvPr>
            <p:ph type="title"/>
          </p:nvPr>
        </p:nvSpPr>
        <p:spPr>
          <a:xfrm>
            <a:off x="0" y="1542060"/>
            <a:ext cx="9144000" cy="20541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4400"/>
              <a:buFont typeface="Arial"/>
              <a:buNone/>
              <a:defRPr>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8"/>
          <p:cNvSpPr txBox="1"/>
          <p:nvPr/>
        </p:nvSpPr>
        <p:spPr>
          <a:xfrm>
            <a:off x="7057571" y="-916214"/>
            <a:ext cx="18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NWU PPT Wide Opt 2 - No Wordmark_Separator 1.jpg" id="82" name="Google Shape;82;p18"/>
          <p:cNvPicPr preferRelativeResize="0"/>
          <p:nvPr/>
        </p:nvPicPr>
        <p:blipFill rotWithShape="1">
          <a:blip r:embed="rId3">
            <a:alphaModFix/>
          </a:blip>
          <a:srcRect b="0" l="0" r="0" t="0"/>
          <a:stretch/>
        </p:blipFill>
        <p:spPr>
          <a:xfrm>
            <a:off x="0" y="0"/>
            <a:ext cx="9144002" cy="5143499"/>
          </a:xfrm>
          <a:prstGeom prst="rect">
            <a:avLst/>
          </a:prstGeom>
          <a:noFill/>
          <a:ln>
            <a:noFill/>
          </a:ln>
        </p:spPr>
      </p:pic>
      <p:sp>
        <p:nvSpPr>
          <p:cNvPr id="83" name="Google Shape;83;p18"/>
          <p:cNvSpPr txBox="1"/>
          <p:nvPr>
            <p:ph idx="12" type="sldNum"/>
          </p:nvPr>
        </p:nvSpPr>
        <p:spPr>
          <a:xfrm>
            <a:off x="8556784" y="4749851"/>
            <a:ext cx="548700" cy="393600"/>
          </a:xfrm>
          <a:prstGeom prst="rect">
            <a:avLst/>
          </a:prstGeom>
        </p:spPr>
        <p:txBody>
          <a:bodyPr anchorCtr="0" anchor="t" bIns="45700" lIns="91425" spcFirstLastPara="1" rIns="91425" wrap="square" tIns="4570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Page 2">
  <p:cSld name="Separator Page 2">
    <p:bg>
      <p:bgPr>
        <a:blipFill>
          <a:blip r:embed="rId2">
            <a:alphaModFix/>
          </a:blip>
          <a:stretch>
            <a:fillRect/>
          </a:stretch>
        </a:blipFill>
      </p:bgPr>
    </p:bg>
    <p:spTree>
      <p:nvGrpSpPr>
        <p:cNvPr id="84" name="Shape 84"/>
        <p:cNvGrpSpPr/>
        <p:nvPr/>
      </p:nvGrpSpPr>
      <p:grpSpPr>
        <a:xfrm>
          <a:off x="0" y="0"/>
          <a:ext cx="0" cy="0"/>
          <a:chOff x="0" y="0"/>
          <a:chExt cx="0" cy="0"/>
        </a:xfrm>
      </p:grpSpPr>
      <p:sp>
        <p:nvSpPr>
          <p:cNvPr id="85" name="Google Shape;85;p19"/>
          <p:cNvSpPr txBox="1"/>
          <p:nvPr>
            <p:ph type="title"/>
          </p:nvPr>
        </p:nvSpPr>
        <p:spPr>
          <a:xfrm>
            <a:off x="0" y="1542060"/>
            <a:ext cx="9144000" cy="20541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4400"/>
              <a:buFont typeface="Arial"/>
              <a:buNone/>
              <a:defRPr>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NWU PPT Wide Opt 2 - No Wordmark_Separator 2.jpg" id="86" name="Google Shape;86;p19"/>
          <p:cNvPicPr preferRelativeResize="0"/>
          <p:nvPr/>
        </p:nvPicPr>
        <p:blipFill rotWithShape="1">
          <a:blip r:embed="rId3">
            <a:alphaModFix/>
          </a:blip>
          <a:srcRect b="0" l="0" r="0" t="0"/>
          <a:stretch/>
        </p:blipFill>
        <p:spPr>
          <a:xfrm>
            <a:off x="0" y="0"/>
            <a:ext cx="9144002" cy="5143499"/>
          </a:xfrm>
          <a:prstGeom prst="rect">
            <a:avLst/>
          </a:prstGeom>
          <a:noFill/>
          <a:ln>
            <a:noFill/>
          </a:ln>
        </p:spPr>
      </p:pic>
      <p:sp>
        <p:nvSpPr>
          <p:cNvPr id="87" name="Google Shape;87;p19"/>
          <p:cNvSpPr txBox="1"/>
          <p:nvPr>
            <p:ph idx="12" type="sldNum"/>
          </p:nvPr>
        </p:nvSpPr>
        <p:spPr>
          <a:xfrm>
            <a:off x="8556784" y="4749851"/>
            <a:ext cx="548700" cy="393600"/>
          </a:xfrm>
          <a:prstGeom prst="rect">
            <a:avLst/>
          </a:prstGeom>
        </p:spPr>
        <p:txBody>
          <a:bodyPr anchorCtr="0" anchor="t" bIns="45700" lIns="91425" spcFirstLastPara="1" rIns="91425" wrap="square" tIns="4570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3">
  <p:cSld name="Master 3">
    <p:spTree>
      <p:nvGrpSpPr>
        <p:cNvPr id="88" name="Shape 88"/>
        <p:cNvGrpSpPr/>
        <p:nvPr/>
      </p:nvGrpSpPr>
      <p:grpSpPr>
        <a:xfrm>
          <a:off x="0" y="0"/>
          <a:ext cx="0" cy="0"/>
          <a:chOff x="0" y="0"/>
          <a:chExt cx="0" cy="0"/>
        </a:xfrm>
      </p:grpSpPr>
      <p:pic>
        <p:nvPicPr>
          <p:cNvPr id="89" name="Google Shape;89;p20"/>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90" name="Google Shape;90;p2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0"/>
          <p:cNvSpPr txBox="1"/>
          <p:nvPr>
            <p:ph idx="12" type="sldNum"/>
          </p:nvPr>
        </p:nvSpPr>
        <p:spPr>
          <a:xfrm>
            <a:off x="6553200" y="4767263"/>
            <a:ext cx="2133600" cy="2739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1200">
                <a:solidFill>
                  <a:srgbClr val="FFFFFF"/>
                </a:solidFill>
                <a:latin typeface="Arial"/>
                <a:ea typeface="Arial"/>
                <a:cs typeface="Arial"/>
                <a:sym typeface="Arial"/>
              </a:defRPr>
            </a:lvl1pPr>
            <a:lvl2pPr indent="0" lvl="1" marL="0" algn="r">
              <a:spcBef>
                <a:spcPts val="0"/>
              </a:spcBef>
              <a:buNone/>
              <a:defRPr sz="1200">
                <a:solidFill>
                  <a:srgbClr val="FFFFFF"/>
                </a:solidFill>
                <a:latin typeface="Arial"/>
                <a:ea typeface="Arial"/>
                <a:cs typeface="Arial"/>
                <a:sym typeface="Arial"/>
              </a:defRPr>
            </a:lvl2pPr>
            <a:lvl3pPr indent="0" lvl="2" marL="0" algn="r">
              <a:spcBef>
                <a:spcPts val="0"/>
              </a:spcBef>
              <a:buNone/>
              <a:defRPr sz="1200">
                <a:solidFill>
                  <a:srgbClr val="FFFFFF"/>
                </a:solidFill>
                <a:latin typeface="Arial"/>
                <a:ea typeface="Arial"/>
                <a:cs typeface="Arial"/>
                <a:sym typeface="Arial"/>
              </a:defRPr>
            </a:lvl3pPr>
            <a:lvl4pPr indent="0" lvl="3" marL="0" algn="r">
              <a:spcBef>
                <a:spcPts val="0"/>
              </a:spcBef>
              <a:buNone/>
              <a:defRPr sz="1200">
                <a:solidFill>
                  <a:srgbClr val="FFFFFF"/>
                </a:solidFill>
                <a:latin typeface="Arial"/>
                <a:ea typeface="Arial"/>
                <a:cs typeface="Arial"/>
                <a:sym typeface="Arial"/>
              </a:defRPr>
            </a:lvl4pPr>
            <a:lvl5pPr indent="0" lvl="4" marL="0" algn="r">
              <a:spcBef>
                <a:spcPts val="0"/>
              </a:spcBef>
              <a:buNone/>
              <a:defRPr sz="1200">
                <a:solidFill>
                  <a:srgbClr val="FFFFFF"/>
                </a:solidFill>
                <a:latin typeface="Arial"/>
                <a:ea typeface="Arial"/>
                <a:cs typeface="Arial"/>
                <a:sym typeface="Arial"/>
              </a:defRPr>
            </a:lvl5pPr>
            <a:lvl6pPr indent="0" lvl="5" marL="0" algn="r">
              <a:spcBef>
                <a:spcPts val="0"/>
              </a:spcBef>
              <a:buNone/>
              <a:defRPr sz="1200">
                <a:solidFill>
                  <a:srgbClr val="FFFFFF"/>
                </a:solidFill>
                <a:latin typeface="Arial"/>
                <a:ea typeface="Arial"/>
                <a:cs typeface="Arial"/>
                <a:sym typeface="Arial"/>
              </a:defRPr>
            </a:lvl6pPr>
            <a:lvl7pPr indent="0" lvl="6" marL="0" algn="r">
              <a:spcBef>
                <a:spcPts val="0"/>
              </a:spcBef>
              <a:buNone/>
              <a:defRPr sz="1200">
                <a:solidFill>
                  <a:srgbClr val="FFFFFF"/>
                </a:solidFill>
                <a:latin typeface="Arial"/>
                <a:ea typeface="Arial"/>
                <a:cs typeface="Arial"/>
                <a:sym typeface="Arial"/>
              </a:defRPr>
            </a:lvl7pPr>
            <a:lvl8pPr indent="0" lvl="7" marL="0" algn="r">
              <a:spcBef>
                <a:spcPts val="0"/>
              </a:spcBef>
              <a:buNone/>
              <a:defRPr sz="1200">
                <a:solidFill>
                  <a:srgbClr val="FFFFFF"/>
                </a:solidFill>
                <a:latin typeface="Arial"/>
                <a:ea typeface="Arial"/>
                <a:cs typeface="Arial"/>
                <a:sym typeface="Arial"/>
              </a:defRPr>
            </a:lvl8pPr>
            <a:lvl9pPr indent="0" lvl="8" marL="0" algn="r">
              <a:spcBef>
                <a:spcPts val="0"/>
              </a:spcBef>
              <a:buNone/>
              <a:defRPr sz="1200">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20"/>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4" name="Shape 94"/>
        <p:cNvGrpSpPr/>
        <p:nvPr/>
      </p:nvGrpSpPr>
      <p:grpSpPr>
        <a:xfrm>
          <a:off x="0" y="0"/>
          <a:ext cx="0" cy="0"/>
          <a:chOff x="0" y="0"/>
          <a:chExt cx="0" cy="0"/>
        </a:xfrm>
      </p:grpSpPr>
      <p:sp>
        <p:nvSpPr>
          <p:cNvPr id="95" name="Google Shape;95;p21"/>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1"/>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a:latin typeface="Arial"/>
                <a:ea typeface="Arial"/>
                <a:cs typeface="Arial"/>
                <a:sym typeface="Arial"/>
              </a:defRPr>
            </a:lvl1pPr>
            <a:lvl2pPr indent="-406400" lvl="1" marL="914400" algn="l">
              <a:spcBef>
                <a:spcPts val="560"/>
              </a:spcBef>
              <a:spcAft>
                <a:spcPts val="0"/>
              </a:spcAft>
              <a:buClr>
                <a:schemeClr val="dk1"/>
              </a:buClr>
              <a:buSzPts val="2800"/>
              <a:buChar char="–"/>
              <a:defRPr>
                <a:latin typeface="Arial"/>
                <a:ea typeface="Arial"/>
                <a:cs typeface="Arial"/>
                <a:sym typeface="Arial"/>
              </a:defRPr>
            </a:lvl2pPr>
            <a:lvl3pPr indent="-381000" lvl="2" marL="1371600" algn="l">
              <a:spcBef>
                <a:spcPts val="480"/>
              </a:spcBef>
              <a:spcAft>
                <a:spcPts val="0"/>
              </a:spcAft>
              <a:buClr>
                <a:schemeClr val="dk1"/>
              </a:buClr>
              <a:buSzPts val="2400"/>
              <a:buChar char="•"/>
              <a:defRPr>
                <a:latin typeface="Arial"/>
                <a:ea typeface="Arial"/>
                <a:cs typeface="Arial"/>
                <a:sym typeface="Arial"/>
              </a:defRPr>
            </a:lvl3pPr>
            <a:lvl4pPr indent="-355600" lvl="3" marL="1828800" algn="l">
              <a:spcBef>
                <a:spcPts val="400"/>
              </a:spcBef>
              <a:spcAft>
                <a:spcPts val="0"/>
              </a:spcAft>
              <a:buClr>
                <a:schemeClr val="dk1"/>
              </a:buClr>
              <a:buSzPts val="2000"/>
              <a:buChar char="–"/>
              <a:defRPr>
                <a:latin typeface="Arial"/>
                <a:ea typeface="Arial"/>
                <a:cs typeface="Arial"/>
                <a:sym typeface="Arial"/>
              </a:defRPr>
            </a:lvl4pPr>
            <a:lvl5pPr indent="-355600" lvl="4" marL="2286000" algn="l">
              <a:spcBef>
                <a:spcPts val="400"/>
              </a:spcBef>
              <a:spcAft>
                <a:spcPts val="0"/>
              </a:spcAft>
              <a:buClr>
                <a:schemeClr val="dk1"/>
              </a:buClr>
              <a:buSzPts val="2000"/>
              <a:buChar char="»"/>
              <a:defRPr>
                <a:latin typeface="Arial"/>
                <a:ea typeface="Arial"/>
                <a:cs typeface="Arial"/>
                <a:sym typeface="Aria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7" name="Google Shape;97;p2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1"/>
          <p:cNvSpPr txBox="1"/>
          <p:nvPr>
            <p:ph idx="12" type="sldNum"/>
          </p:nvPr>
        </p:nvSpPr>
        <p:spPr>
          <a:xfrm>
            <a:off x="6553200" y="4767263"/>
            <a:ext cx="2133600" cy="2739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1200">
                <a:solidFill>
                  <a:srgbClr val="FFFFFF"/>
                </a:solidFill>
                <a:latin typeface="Arial"/>
                <a:ea typeface="Arial"/>
                <a:cs typeface="Arial"/>
                <a:sym typeface="Arial"/>
              </a:defRPr>
            </a:lvl1pPr>
            <a:lvl2pPr indent="0" lvl="1" marL="0" algn="r">
              <a:spcBef>
                <a:spcPts val="0"/>
              </a:spcBef>
              <a:buNone/>
              <a:defRPr sz="1200">
                <a:solidFill>
                  <a:srgbClr val="FFFFFF"/>
                </a:solidFill>
                <a:latin typeface="Arial"/>
                <a:ea typeface="Arial"/>
                <a:cs typeface="Arial"/>
                <a:sym typeface="Arial"/>
              </a:defRPr>
            </a:lvl2pPr>
            <a:lvl3pPr indent="0" lvl="2" marL="0" algn="r">
              <a:spcBef>
                <a:spcPts val="0"/>
              </a:spcBef>
              <a:buNone/>
              <a:defRPr sz="1200">
                <a:solidFill>
                  <a:srgbClr val="FFFFFF"/>
                </a:solidFill>
                <a:latin typeface="Arial"/>
                <a:ea typeface="Arial"/>
                <a:cs typeface="Arial"/>
                <a:sym typeface="Arial"/>
              </a:defRPr>
            </a:lvl3pPr>
            <a:lvl4pPr indent="0" lvl="3" marL="0" algn="r">
              <a:spcBef>
                <a:spcPts val="0"/>
              </a:spcBef>
              <a:buNone/>
              <a:defRPr sz="1200">
                <a:solidFill>
                  <a:srgbClr val="FFFFFF"/>
                </a:solidFill>
                <a:latin typeface="Arial"/>
                <a:ea typeface="Arial"/>
                <a:cs typeface="Arial"/>
                <a:sym typeface="Arial"/>
              </a:defRPr>
            </a:lvl4pPr>
            <a:lvl5pPr indent="0" lvl="4" marL="0" algn="r">
              <a:spcBef>
                <a:spcPts val="0"/>
              </a:spcBef>
              <a:buNone/>
              <a:defRPr sz="1200">
                <a:solidFill>
                  <a:srgbClr val="FFFFFF"/>
                </a:solidFill>
                <a:latin typeface="Arial"/>
                <a:ea typeface="Arial"/>
                <a:cs typeface="Arial"/>
                <a:sym typeface="Arial"/>
              </a:defRPr>
            </a:lvl5pPr>
            <a:lvl6pPr indent="0" lvl="5" marL="0" algn="r">
              <a:spcBef>
                <a:spcPts val="0"/>
              </a:spcBef>
              <a:buNone/>
              <a:defRPr sz="1200">
                <a:solidFill>
                  <a:srgbClr val="FFFFFF"/>
                </a:solidFill>
                <a:latin typeface="Arial"/>
                <a:ea typeface="Arial"/>
                <a:cs typeface="Arial"/>
                <a:sym typeface="Arial"/>
              </a:defRPr>
            </a:lvl6pPr>
            <a:lvl7pPr indent="0" lvl="6" marL="0" algn="r">
              <a:spcBef>
                <a:spcPts val="0"/>
              </a:spcBef>
              <a:buNone/>
              <a:defRPr sz="1200">
                <a:solidFill>
                  <a:srgbClr val="FFFFFF"/>
                </a:solidFill>
                <a:latin typeface="Arial"/>
                <a:ea typeface="Arial"/>
                <a:cs typeface="Arial"/>
                <a:sym typeface="Arial"/>
              </a:defRPr>
            </a:lvl7pPr>
            <a:lvl8pPr indent="0" lvl="7" marL="0" algn="r">
              <a:spcBef>
                <a:spcPts val="0"/>
              </a:spcBef>
              <a:buNone/>
              <a:defRPr sz="1200">
                <a:solidFill>
                  <a:srgbClr val="FFFFFF"/>
                </a:solidFill>
                <a:latin typeface="Arial"/>
                <a:ea typeface="Arial"/>
                <a:cs typeface="Arial"/>
                <a:sym typeface="Arial"/>
              </a:defRPr>
            </a:lvl8pPr>
            <a:lvl9pPr indent="0" lvl="8" marL="0" algn="r">
              <a:spcBef>
                <a:spcPts val="0"/>
              </a:spcBef>
              <a:buNone/>
              <a:defRPr sz="1200">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0" name="Shape 100"/>
        <p:cNvGrpSpPr/>
        <p:nvPr/>
      </p:nvGrpSpPr>
      <p:grpSpPr>
        <a:xfrm>
          <a:off x="0" y="0"/>
          <a:ext cx="0" cy="0"/>
          <a:chOff x="0" y="0"/>
          <a:chExt cx="0" cy="0"/>
        </a:xfrm>
      </p:grpSpPr>
      <p:sp>
        <p:nvSpPr>
          <p:cNvPr id="101" name="Google Shape;101;p22"/>
          <p:cNvSpPr txBox="1"/>
          <p:nvPr>
            <p:ph type="title"/>
          </p:nvPr>
        </p:nvSpPr>
        <p:spPr>
          <a:xfrm>
            <a:off x="722313" y="3305176"/>
            <a:ext cx="7772400" cy="10215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3200"/>
              <a:buFont typeface="Arial"/>
              <a:buNone/>
              <a:defRPr b="1" sz="3200" cap="none">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2"/>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latin typeface="Arial"/>
                <a:ea typeface="Arial"/>
                <a:cs typeface="Arial"/>
                <a:sym typeface="Aria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3" name="Google Shape;103;p2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2"/>
          <p:cNvSpPr txBox="1"/>
          <p:nvPr>
            <p:ph idx="12" type="sldNum"/>
          </p:nvPr>
        </p:nvSpPr>
        <p:spPr>
          <a:xfrm>
            <a:off x="6553200" y="4767263"/>
            <a:ext cx="2133600" cy="2739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1200">
                <a:solidFill>
                  <a:srgbClr val="FFFFFF"/>
                </a:solidFill>
                <a:latin typeface="Arial"/>
                <a:ea typeface="Arial"/>
                <a:cs typeface="Arial"/>
                <a:sym typeface="Arial"/>
              </a:defRPr>
            </a:lvl1pPr>
            <a:lvl2pPr indent="0" lvl="1" marL="0" algn="r">
              <a:spcBef>
                <a:spcPts val="0"/>
              </a:spcBef>
              <a:buNone/>
              <a:defRPr sz="1200">
                <a:solidFill>
                  <a:srgbClr val="FFFFFF"/>
                </a:solidFill>
                <a:latin typeface="Arial"/>
                <a:ea typeface="Arial"/>
                <a:cs typeface="Arial"/>
                <a:sym typeface="Arial"/>
              </a:defRPr>
            </a:lvl2pPr>
            <a:lvl3pPr indent="0" lvl="2" marL="0" algn="r">
              <a:spcBef>
                <a:spcPts val="0"/>
              </a:spcBef>
              <a:buNone/>
              <a:defRPr sz="1200">
                <a:solidFill>
                  <a:srgbClr val="FFFFFF"/>
                </a:solidFill>
                <a:latin typeface="Arial"/>
                <a:ea typeface="Arial"/>
                <a:cs typeface="Arial"/>
                <a:sym typeface="Arial"/>
              </a:defRPr>
            </a:lvl3pPr>
            <a:lvl4pPr indent="0" lvl="3" marL="0" algn="r">
              <a:spcBef>
                <a:spcPts val="0"/>
              </a:spcBef>
              <a:buNone/>
              <a:defRPr sz="1200">
                <a:solidFill>
                  <a:srgbClr val="FFFFFF"/>
                </a:solidFill>
                <a:latin typeface="Arial"/>
                <a:ea typeface="Arial"/>
                <a:cs typeface="Arial"/>
                <a:sym typeface="Arial"/>
              </a:defRPr>
            </a:lvl4pPr>
            <a:lvl5pPr indent="0" lvl="4" marL="0" algn="r">
              <a:spcBef>
                <a:spcPts val="0"/>
              </a:spcBef>
              <a:buNone/>
              <a:defRPr sz="1200">
                <a:solidFill>
                  <a:srgbClr val="FFFFFF"/>
                </a:solidFill>
                <a:latin typeface="Arial"/>
                <a:ea typeface="Arial"/>
                <a:cs typeface="Arial"/>
                <a:sym typeface="Arial"/>
              </a:defRPr>
            </a:lvl5pPr>
            <a:lvl6pPr indent="0" lvl="5" marL="0" algn="r">
              <a:spcBef>
                <a:spcPts val="0"/>
              </a:spcBef>
              <a:buNone/>
              <a:defRPr sz="1200">
                <a:solidFill>
                  <a:srgbClr val="FFFFFF"/>
                </a:solidFill>
                <a:latin typeface="Arial"/>
                <a:ea typeface="Arial"/>
                <a:cs typeface="Arial"/>
                <a:sym typeface="Arial"/>
              </a:defRPr>
            </a:lvl6pPr>
            <a:lvl7pPr indent="0" lvl="6" marL="0" algn="r">
              <a:spcBef>
                <a:spcPts val="0"/>
              </a:spcBef>
              <a:buNone/>
              <a:defRPr sz="1200">
                <a:solidFill>
                  <a:srgbClr val="FFFFFF"/>
                </a:solidFill>
                <a:latin typeface="Arial"/>
                <a:ea typeface="Arial"/>
                <a:cs typeface="Arial"/>
                <a:sym typeface="Arial"/>
              </a:defRPr>
            </a:lvl7pPr>
            <a:lvl8pPr indent="0" lvl="7" marL="0" algn="r">
              <a:spcBef>
                <a:spcPts val="0"/>
              </a:spcBef>
              <a:buNone/>
              <a:defRPr sz="1200">
                <a:solidFill>
                  <a:srgbClr val="FFFFFF"/>
                </a:solidFill>
                <a:latin typeface="Arial"/>
                <a:ea typeface="Arial"/>
                <a:cs typeface="Arial"/>
                <a:sym typeface="Arial"/>
              </a:defRPr>
            </a:lvl8pPr>
            <a:lvl9pPr indent="0" lvl="8" marL="0" algn="r">
              <a:spcBef>
                <a:spcPts val="0"/>
              </a:spcBef>
              <a:buNone/>
              <a:defRPr sz="1200">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6" name="Shape 106"/>
        <p:cNvGrpSpPr/>
        <p:nvPr/>
      </p:nvGrpSpPr>
      <p:grpSpPr>
        <a:xfrm>
          <a:off x="0" y="0"/>
          <a:ext cx="0" cy="0"/>
          <a:chOff x="0" y="0"/>
          <a:chExt cx="0" cy="0"/>
        </a:xfrm>
      </p:grpSpPr>
      <p:sp>
        <p:nvSpPr>
          <p:cNvPr id="107" name="Google Shape;107;p23"/>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3"/>
          <p:cNvSpPr txBox="1"/>
          <p:nvPr>
            <p:ph idx="1" type="body"/>
          </p:nvPr>
        </p:nvSpPr>
        <p:spPr>
          <a:xfrm>
            <a:off x="457200" y="1200151"/>
            <a:ext cx="4038600" cy="33945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atin typeface="Arial"/>
                <a:ea typeface="Arial"/>
                <a:cs typeface="Arial"/>
                <a:sym typeface="Arial"/>
              </a:defRPr>
            </a:lvl1pPr>
            <a:lvl2pPr indent="-381000" lvl="1" marL="914400" algn="l">
              <a:spcBef>
                <a:spcPts val="480"/>
              </a:spcBef>
              <a:spcAft>
                <a:spcPts val="0"/>
              </a:spcAft>
              <a:buClr>
                <a:schemeClr val="dk1"/>
              </a:buClr>
              <a:buSzPts val="2400"/>
              <a:buChar char="–"/>
              <a:defRPr sz="2400">
                <a:latin typeface="Arial"/>
                <a:ea typeface="Arial"/>
                <a:cs typeface="Arial"/>
                <a:sym typeface="Arial"/>
              </a:defRPr>
            </a:lvl2pPr>
            <a:lvl3pPr indent="-355600" lvl="2" marL="1371600" algn="l">
              <a:spcBef>
                <a:spcPts val="400"/>
              </a:spcBef>
              <a:spcAft>
                <a:spcPts val="0"/>
              </a:spcAft>
              <a:buClr>
                <a:schemeClr val="dk1"/>
              </a:buClr>
              <a:buSzPts val="2000"/>
              <a:buChar char="•"/>
              <a:defRPr sz="2000">
                <a:latin typeface="Arial"/>
                <a:ea typeface="Arial"/>
                <a:cs typeface="Arial"/>
                <a:sym typeface="Arial"/>
              </a:defRPr>
            </a:lvl3pPr>
            <a:lvl4pPr indent="-342900" lvl="3" marL="1828800" algn="l">
              <a:spcBef>
                <a:spcPts val="360"/>
              </a:spcBef>
              <a:spcAft>
                <a:spcPts val="0"/>
              </a:spcAft>
              <a:buClr>
                <a:schemeClr val="dk1"/>
              </a:buClr>
              <a:buSzPts val="1800"/>
              <a:buChar char="–"/>
              <a:defRPr sz="1800">
                <a:latin typeface="Arial"/>
                <a:ea typeface="Arial"/>
                <a:cs typeface="Arial"/>
                <a:sym typeface="Arial"/>
              </a:defRPr>
            </a:lvl4pPr>
            <a:lvl5pPr indent="-342900" lvl="4" marL="2286000" algn="l">
              <a:spcBef>
                <a:spcPts val="360"/>
              </a:spcBef>
              <a:spcAft>
                <a:spcPts val="0"/>
              </a:spcAft>
              <a:buClr>
                <a:schemeClr val="dk1"/>
              </a:buClr>
              <a:buSzPts val="1800"/>
              <a:buChar char="»"/>
              <a:defRPr sz="1800">
                <a:latin typeface="Arial"/>
                <a:ea typeface="Arial"/>
                <a:cs typeface="Arial"/>
                <a:sym typeface="Arial"/>
              </a:defRPr>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09" name="Google Shape;109;p23"/>
          <p:cNvSpPr txBox="1"/>
          <p:nvPr>
            <p:ph idx="2" type="body"/>
          </p:nvPr>
        </p:nvSpPr>
        <p:spPr>
          <a:xfrm>
            <a:off x="4648200" y="1200151"/>
            <a:ext cx="4038600" cy="33945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atin typeface="Arial"/>
                <a:ea typeface="Arial"/>
                <a:cs typeface="Arial"/>
                <a:sym typeface="Arial"/>
              </a:defRPr>
            </a:lvl1pPr>
            <a:lvl2pPr indent="-381000" lvl="1" marL="914400" algn="l">
              <a:spcBef>
                <a:spcPts val="480"/>
              </a:spcBef>
              <a:spcAft>
                <a:spcPts val="0"/>
              </a:spcAft>
              <a:buClr>
                <a:schemeClr val="dk1"/>
              </a:buClr>
              <a:buSzPts val="2400"/>
              <a:buChar char="–"/>
              <a:defRPr sz="2400">
                <a:latin typeface="Arial"/>
                <a:ea typeface="Arial"/>
                <a:cs typeface="Arial"/>
                <a:sym typeface="Arial"/>
              </a:defRPr>
            </a:lvl2pPr>
            <a:lvl3pPr indent="-355600" lvl="2" marL="1371600" algn="l">
              <a:spcBef>
                <a:spcPts val="400"/>
              </a:spcBef>
              <a:spcAft>
                <a:spcPts val="0"/>
              </a:spcAft>
              <a:buClr>
                <a:schemeClr val="dk1"/>
              </a:buClr>
              <a:buSzPts val="2000"/>
              <a:buChar char="•"/>
              <a:defRPr sz="2000">
                <a:latin typeface="Arial"/>
                <a:ea typeface="Arial"/>
                <a:cs typeface="Arial"/>
                <a:sym typeface="Arial"/>
              </a:defRPr>
            </a:lvl3pPr>
            <a:lvl4pPr indent="-342900" lvl="3" marL="1828800" algn="l">
              <a:spcBef>
                <a:spcPts val="360"/>
              </a:spcBef>
              <a:spcAft>
                <a:spcPts val="0"/>
              </a:spcAft>
              <a:buClr>
                <a:schemeClr val="dk1"/>
              </a:buClr>
              <a:buSzPts val="1800"/>
              <a:buChar char="–"/>
              <a:defRPr sz="1800">
                <a:latin typeface="Arial"/>
                <a:ea typeface="Arial"/>
                <a:cs typeface="Arial"/>
                <a:sym typeface="Arial"/>
              </a:defRPr>
            </a:lvl4pPr>
            <a:lvl5pPr indent="-342900" lvl="4" marL="2286000" algn="l">
              <a:spcBef>
                <a:spcPts val="360"/>
              </a:spcBef>
              <a:spcAft>
                <a:spcPts val="0"/>
              </a:spcAft>
              <a:buClr>
                <a:schemeClr val="dk1"/>
              </a:buClr>
              <a:buSzPts val="1800"/>
              <a:buChar char="»"/>
              <a:defRPr sz="1800">
                <a:latin typeface="Arial"/>
                <a:ea typeface="Arial"/>
                <a:cs typeface="Arial"/>
                <a:sym typeface="Arial"/>
              </a:defRPr>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0" name="Google Shape;110;p2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3"/>
          <p:cNvSpPr txBox="1"/>
          <p:nvPr>
            <p:ph idx="12" type="sldNum"/>
          </p:nvPr>
        </p:nvSpPr>
        <p:spPr>
          <a:xfrm>
            <a:off x="6553200" y="4767263"/>
            <a:ext cx="2133600" cy="2739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1200">
                <a:solidFill>
                  <a:srgbClr val="FFFFFF"/>
                </a:solidFill>
                <a:latin typeface="Arial"/>
                <a:ea typeface="Arial"/>
                <a:cs typeface="Arial"/>
                <a:sym typeface="Arial"/>
              </a:defRPr>
            </a:lvl1pPr>
            <a:lvl2pPr indent="0" lvl="1" marL="0" algn="r">
              <a:spcBef>
                <a:spcPts val="0"/>
              </a:spcBef>
              <a:buNone/>
              <a:defRPr sz="1200">
                <a:solidFill>
                  <a:srgbClr val="FFFFFF"/>
                </a:solidFill>
                <a:latin typeface="Arial"/>
                <a:ea typeface="Arial"/>
                <a:cs typeface="Arial"/>
                <a:sym typeface="Arial"/>
              </a:defRPr>
            </a:lvl2pPr>
            <a:lvl3pPr indent="0" lvl="2" marL="0" algn="r">
              <a:spcBef>
                <a:spcPts val="0"/>
              </a:spcBef>
              <a:buNone/>
              <a:defRPr sz="1200">
                <a:solidFill>
                  <a:srgbClr val="FFFFFF"/>
                </a:solidFill>
                <a:latin typeface="Arial"/>
                <a:ea typeface="Arial"/>
                <a:cs typeface="Arial"/>
                <a:sym typeface="Arial"/>
              </a:defRPr>
            </a:lvl3pPr>
            <a:lvl4pPr indent="0" lvl="3" marL="0" algn="r">
              <a:spcBef>
                <a:spcPts val="0"/>
              </a:spcBef>
              <a:buNone/>
              <a:defRPr sz="1200">
                <a:solidFill>
                  <a:srgbClr val="FFFFFF"/>
                </a:solidFill>
                <a:latin typeface="Arial"/>
                <a:ea typeface="Arial"/>
                <a:cs typeface="Arial"/>
                <a:sym typeface="Arial"/>
              </a:defRPr>
            </a:lvl4pPr>
            <a:lvl5pPr indent="0" lvl="4" marL="0" algn="r">
              <a:spcBef>
                <a:spcPts val="0"/>
              </a:spcBef>
              <a:buNone/>
              <a:defRPr sz="1200">
                <a:solidFill>
                  <a:srgbClr val="FFFFFF"/>
                </a:solidFill>
                <a:latin typeface="Arial"/>
                <a:ea typeface="Arial"/>
                <a:cs typeface="Arial"/>
                <a:sym typeface="Arial"/>
              </a:defRPr>
            </a:lvl5pPr>
            <a:lvl6pPr indent="0" lvl="5" marL="0" algn="r">
              <a:spcBef>
                <a:spcPts val="0"/>
              </a:spcBef>
              <a:buNone/>
              <a:defRPr sz="1200">
                <a:solidFill>
                  <a:srgbClr val="FFFFFF"/>
                </a:solidFill>
                <a:latin typeface="Arial"/>
                <a:ea typeface="Arial"/>
                <a:cs typeface="Arial"/>
                <a:sym typeface="Arial"/>
              </a:defRPr>
            </a:lvl6pPr>
            <a:lvl7pPr indent="0" lvl="6" marL="0" algn="r">
              <a:spcBef>
                <a:spcPts val="0"/>
              </a:spcBef>
              <a:buNone/>
              <a:defRPr sz="1200">
                <a:solidFill>
                  <a:srgbClr val="FFFFFF"/>
                </a:solidFill>
                <a:latin typeface="Arial"/>
                <a:ea typeface="Arial"/>
                <a:cs typeface="Arial"/>
                <a:sym typeface="Arial"/>
              </a:defRPr>
            </a:lvl7pPr>
            <a:lvl8pPr indent="0" lvl="7" marL="0" algn="r">
              <a:spcBef>
                <a:spcPts val="0"/>
              </a:spcBef>
              <a:buNone/>
              <a:defRPr sz="1200">
                <a:solidFill>
                  <a:srgbClr val="FFFFFF"/>
                </a:solidFill>
                <a:latin typeface="Arial"/>
                <a:ea typeface="Arial"/>
                <a:cs typeface="Arial"/>
                <a:sym typeface="Arial"/>
              </a:defRPr>
            </a:lvl8pPr>
            <a:lvl9pPr indent="0" lvl="8" marL="0" algn="r">
              <a:spcBef>
                <a:spcPts val="0"/>
              </a:spcBef>
              <a:buNone/>
              <a:defRPr sz="1200">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3" name="Shape 113"/>
        <p:cNvGrpSpPr/>
        <p:nvPr/>
      </p:nvGrpSpPr>
      <p:grpSpPr>
        <a:xfrm>
          <a:off x="0" y="0"/>
          <a:ext cx="0" cy="0"/>
          <a:chOff x="0" y="0"/>
          <a:chExt cx="0" cy="0"/>
        </a:xfrm>
      </p:grpSpPr>
      <p:sp>
        <p:nvSpPr>
          <p:cNvPr id="114" name="Google Shape;114;p24"/>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4"/>
          <p:cNvSpPr txBox="1"/>
          <p:nvPr>
            <p:ph idx="1" type="body"/>
          </p:nvPr>
        </p:nvSpPr>
        <p:spPr>
          <a:xfrm>
            <a:off x="457200" y="1151335"/>
            <a:ext cx="40401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chemeClr val="dk1"/>
              </a:buClr>
              <a:buSzPts val="2000"/>
              <a:buNone/>
              <a:defRPr b="1" sz="2000">
                <a:latin typeface="Arial"/>
                <a:ea typeface="Arial"/>
                <a:cs typeface="Arial"/>
                <a:sym typeface="Arial"/>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6" name="Google Shape;116;p24"/>
          <p:cNvSpPr txBox="1"/>
          <p:nvPr>
            <p:ph idx="2" type="body"/>
          </p:nvPr>
        </p:nvSpPr>
        <p:spPr>
          <a:xfrm>
            <a:off x="457200" y="1631156"/>
            <a:ext cx="4040100" cy="29634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atin typeface="Arial"/>
                <a:ea typeface="Arial"/>
                <a:cs typeface="Arial"/>
                <a:sym typeface="Arial"/>
              </a:defRPr>
            </a:lvl1pPr>
            <a:lvl2pPr indent="-355600" lvl="1" marL="914400" algn="l">
              <a:spcBef>
                <a:spcPts val="400"/>
              </a:spcBef>
              <a:spcAft>
                <a:spcPts val="0"/>
              </a:spcAft>
              <a:buClr>
                <a:schemeClr val="dk1"/>
              </a:buClr>
              <a:buSzPts val="2000"/>
              <a:buChar char="–"/>
              <a:defRPr sz="2000">
                <a:latin typeface="Arial"/>
                <a:ea typeface="Arial"/>
                <a:cs typeface="Arial"/>
                <a:sym typeface="Arial"/>
              </a:defRPr>
            </a:lvl2pPr>
            <a:lvl3pPr indent="-342900" lvl="2" marL="1371600" algn="l">
              <a:spcBef>
                <a:spcPts val="360"/>
              </a:spcBef>
              <a:spcAft>
                <a:spcPts val="0"/>
              </a:spcAft>
              <a:buClr>
                <a:schemeClr val="dk1"/>
              </a:buClr>
              <a:buSzPts val="1800"/>
              <a:buChar char="•"/>
              <a:defRPr sz="1800">
                <a:latin typeface="Arial"/>
                <a:ea typeface="Arial"/>
                <a:cs typeface="Arial"/>
                <a:sym typeface="Arial"/>
              </a:defRPr>
            </a:lvl3pPr>
            <a:lvl4pPr indent="-330200" lvl="3" marL="1828800" algn="l">
              <a:spcBef>
                <a:spcPts val="320"/>
              </a:spcBef>
              <a:spcAft>
                <a:spcPts val="0"/>
              </a:spcAft>
              <a:buClr>
                <a:schemeClr val="dk1"/>
              </a:buClr>
              <a:buSzPts val="1600"/>
              <a:buChar char="–"/>
              <a:defRPr sz="1600">
                <a:latin typeface="Arial"/>
                <a:ea typeface="Arial"/>
                <a:cs typeface="Arial"/>
                <a:sym typeface="Arial"/>
              </a:defRPr>
            </a:lvl4pPr>
            <a:lvl5pPr indent="-330200" lvl="4" marL="2286000" algn="l">
              <a:spcBef>
                <a:spcPts val="320"/>
              </a:spcBef>
              <a:spcAft>
                <a:spcPts val="0"/>
              </a:spcAft>
              <a:buClr>
                <a:schemeClr val="dk1"/>
              </a:buClr>
              <a:buSzPts val="1600"/>
              <a:buChar char="»"/>
              <a:defRPr sz="1600">
                <a:latin typeface="Arial"/>
                <a:ea typeface="Arial"/>
                <a:cs typeface="Arial"/>
                <a:sym typeface="Arial"/>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17" name="Google Shape;117;p24"/>
          <p:cNvSpPr txBox="1"/>
          <p:nvPr>
            <p:ph idx="3" type="body"/>
          </p:nvPr>
        </p:nvSpPr>
        <p:spPr>
          <a:xfrm>
            <a:off x="4645026" y="1151335"/>
            <a:ext cx="40419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chemeClr val="dk1"/>
              </a:buClr>
              <a:buSzPts val="2000"/>
              <a:buNone/>
              <a:defRPr b="1" sz="2000">
                <a:latin typeface="Arial"/>
                <a:ea typeface="Arial"/>
                <a:cs typeface="Arial"/>
                <a:sym typeface="Arial"/>
              </a:defRPr>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8" name="Google Shape;118;p24"/>
          <p:cNvSpPr txBox="1"/>
          <p:nvPr>
            <p:ph idx="4" type="body"/>
          </p:nvPr>
        </p:nvSpPr>
        <p:spPr>
          <a:xfrm>
            <a:off x="4645026" y="1631156"/>
            <a:ext cx="4041900" cy="29634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atin typeface="Arial"/>
                <a:ea typeface="Arial"/>
                <a:cs typeface="Arial"/>
                <a:sym typeface="Arial"/>
              </a:defRPr>
            </a:lvl1pPr>
            <a:lvl2pPr indent="-355600" lvl="1" marL="914400" algn="l">
              <a:spcBef>
                <a:spcPts val="400"/>
              </a:spcBef>
              <a:spcAft>
                <a:spcPts val="0"/>
              </a:spcAft>
              <a:buClr>
                <a:schemeClr val="dk1"/>
              </a:buClr>
              <a:buSzPts val="2000"/>
              <a:buChar char="–"/>
              <a:defRPr sz="2000">
                <a:latin typeface="Arial"/>
                <a:ea typeface="Arial"/>
                <a:cs typeface="Arial"/>
                <a:sym typeface="Arial"/>
              </a:defRPr>
            </a:lvl2pPr>
            <a:lvl3pPr indent="-342900" lvl="2" marL="1371600" algn="l">
              <a:spcBef>
                <a:spcPts val="360"/>
              </a:spcBef>
              <a:spcAft>
                <a:spcPts val="0"/>
              </a:spcAft>
              <a:buClr>
                <a:schemeClr val="dk1"/>
              </a:buClr>
              <a:buSzPts val="1800"/>
              <a:buChar char="•"/>
              <a:defRPr sz="1800">
                <a:latin typeface="Arial"/>
                <a:ea typeface="Arial"/>
                <a:cs typeface="Arial"/>
                <a:sym typeface="Arial"/>
              </a:defRPr>
            </a:lvl3pPr>
            <a:lvl4pPr indent="-330200" lvl="3" marL="1828800" algn="l">
              <a:spcBef>
                <a:spcPts val="320"/>
              </a:spcBef>
              <a:spcAft>
                <a:spcPts val="0"/>
              </a:spcAft>
              <a:buClr>
                <a:schemeClr val="dk1"/>
              </a:buClr>
              <a:buSzPts val="1600"/>
              <a:buChar char="–"/>
              <a:defRPr sz="1600">
                <a:latin typeface="Arial"/>
                <a:ea typeface="Arial"/>
                <a:cs typeface="Arial"/>
                <a:sym typeface="Arial"/>
              </a:defRPr>
            </a:lvl4pPr>
            <a:lvl5pPr indent="-330200" lvl="4" marL="2286000" algn="l">
              <a:spcBef>
                <a:spcPts val="320"/>
              </a:spcBef>
              <a:spcAft>
                <a:spcPts val="0"/>
              </a:spcAft>
              <a:buClr>
                <a:schemeClr val="dk1"/>
              </a:buClr>
              <a:buSzPts val="1600"/>
              <a:buChar char="»"/>
              <a:defRPr sz="1600">
                <a:latin typeface="Arial"/>
                <a:ea typeface="Arial"/>
                <a:cs typeface="Arial"/>
                <a:sym typeface="Arial"/>
              </a:defRPr>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19" name="Google Shape;119;p2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2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24"/>
          <p:cNvSpPr txBox="1"/>
          <p:nvPr>
            <p:ph idx="12" type="sldNum"/>
          </p:nvPr>
        </p:nvSpPr>
        <p:spPr>
          <a:xfrm>
            <a:off x="6553200" y="4767263"/>
            <a:ext cx="2133600" cy="2739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1200">
                <a:solidFill>
                  <a:srgbClr val="FFFFFF"/>
                </a:solidFill>
                <a:latin typeface="Arial"/>
                <a:ea typeface="Arial"/>
                <a:cs typeface="Arial"/>
                <a:sym typeface="Arial"/>
              </a:defRPr>
            </a:lvl1pPr>
            <a:lvl2pPr indent="0" lvl="1" marL="0" algn="r">
              <a:spcBef>
                <a:spcPts val="0"/>
              </a:spcBef>
              <a:buNone/>
              <a:defRPr sz="1200">
                <a:solidFill>
                  <a:srgbClr val="FFFFFF"/>
                </a:solidFill>
                <a:latin typeface="Arial"/>
                <a:ea typeface="Arial"/>
                <a:cs typeface="Arial"/>
                <a:sym typeface="Arial"/>
              </a:defRPr>
            </a:lvl2pPr>
            <a:lvl3pPr indent="0" lvl="2" marL="0" algn="r">
              <a:spcBef>
                <a:spcPts val="0"/>
              </a:spcBef>
              <a:buNone/>
              <a:defRPr sz="1200">
                <a:solidFill>
                  <a:srgbClr val="FFFFFF"/>
                </a:solidFill>
                <a:latin typeface="Arial"/>
                <a:ea typeface="Arial"/>
                <a:cs typeface="Arial"/>
                <a:sym typeface="Arial"/>
              </a:defRPr>
            </a:lvl3pPr>
            <a:lvl4pPr indent="0" lvl="3" marL="0" algn="r">
              <a:spcBef>
                <a:spcPts val="0"/>
              </a:spcBef>
              <a:buNone/>
              <a:defRPr sz="1200">
                <a:solidFill>
                  <a:srgbClr val="FFFFFF"/>
                </a:solidFill>
                <a:latin typeface="Arial"/>
                <a:ea typeface="Arial"/>
                <a:cs typeface="Arial"/>
                <a:sym typeface="Arial"/>
              </a:defRPr>
            </a:lvl4pPr>
            <a:lvl5pPr indent="0" lvl="4" marL="0" algn="r">
              <a:spcBef>
                <a:spcPts val="0"/>
              </a:spcBef>
              <a:buNone/>
              <a:defRPr sz="1200">
                <a:solidFill>
                  <a:srgbClr val="FFFFFF"/>
                </a:solidFill>
                <a:latin typeface="Arial"/>
                <a:ea typeface="Arial"/>
                <a:cs typeface="Arial"/>
                <a:sym typeface="Arial"/>
              </a:defRPr>
            </a:lvl5pPr>
            <a:lvl6pPr indent="0" lvl="5" marL="0" algn="r">
              <a:spcBef>
                <a:spcPts val="0"/>
              </a:spcBef>
              <a:buNone/>
              <a:defRPr sz="1200">
                <a:solidFill>
                  <a:srgbClr val="FFFFFF"/>
                </a:solidFill>
                <a:latin typeface="Arial"/>
                <a:ea typeface="Arial"/>
                <a:cs typeface="Arial"/>
                <a:sym typeface="Arial"/>
              </a:defRPr>
            </a:lvl6pPr>
            <a:lvl7pPr indent="0" lvl="6" marL="0" algn="r">
              <a:spcBef>
                <a:spcPts val="0"/>
              </a:spcBef>
              <a:buNone/>
              <a:defRPr sz="1200">
                <a:solidFill>
                  <a:srgbClr val="FFFFFF"/>
                </a:solidFill>
                <a:latin typeface="Arial"/>
                <a:ea typeface="Arial"/>
                <a:cs typeface="Arial"/>
                <a:sym typeface="Arial"/>
              </a:defRPr>
            </a:lvl7pPr>
            <a:lvl8pPr indent="0" lvl="7" marL="0" algn="r">
              <a:spcBef>
                <a:spcPts val="0"/>
              </a:spcBef>
              <a:buNone/>
              <a:defRPr sz="1200">
                <a:solidFill>
                  <a:srgbClr val="FFFFFF"/>
                </a:solidFill>
                <a:latin typeface="Arial"/>
                <a:ea typeface="Arial"/>
                <a:cs typeface="Arial"/>
                <a:sym typeface="Arial"/>
              </a:defRPr>
            </a:lvl8pPr>
            <a:lvl9pPr indent="0" lvl="8" marL="0" algn="r">
              <a:spcBef>
                <a:spcPts val="0"/>
              </a:spcBef>
              <a:buNone/>
              <a:defRPr sz="1200">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2" name="Shape 122"/>
        <p:cNvGrpSpPr/>
        <p:nvPr/>
      </p:nvGrpSpPr>
      <p:grpSpPr>
        <a:xfrm>
          <a:off x="0" y="0"/>
          <a:ext cx="0" cy="0"/>
          <a:chOff x="0" y="0"/>
          <a:chExt cx="0" cy="0"/>
        </a:xfrm>
      </p:grpSpPr>
      <p:sp>
        <p:nvSpPr>
          <p:cNvPr id="123" name="Google Shape;123;p25"/>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2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5"/>
          <p:cNvSpPr txBox="1"/>
          <p:nvPr>
            <p:ph idx="12" type="sldNum"/>
          </p:nvPr>
        </p:nvSpPr>
        <p:spPr>
          <a:xfrm>
            <a:off x="6553200" y="4767263"/>
            <a:ext cx="2133600" cy="2739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1200">
                <a:solidFill>
                  <a:srgbClr val="FFFFFF"/>
                </a:solidFill>
                <a:latin typeface="Arial"/>
                <a:ea typeface="Arial"/>
                <a:cs typeface="Arial"/>
                <a:sym typeface="Arial"/>
              </a:defRPr>
            </a:lvl1pPr>
            <a:lvl2pPr indent="0" lvl="1" marL="0" algn="r">
              <a:spcBef>
                <a:spcPts val="0"/>
              </a:spcBef>
              <a:buNone/>
              <a:defRPr sz="1200">
                <a:solidFill>
                  <a:srgbClr val="FFFFFF"/>
                </a:solidFill>
                <a:latin typeface="Arial"/>
                <a:ea typeface="Arial"/>
                <a:cs typeface="Arial"/>
                <a:sym typeface="Arial"/>
              </a:defRPr>
            </a:lvl2pPr>
            <a:lvl3pPr indent="0" lvl="2" marL="0" algn="r">
              <a:spcBef>
                <a:spcPts val="0"/>
              </a:spcBef>
              <a:buNone/>
              <a:defRPr sz="1200">
                <a:solidFill>
                  <a:srgbClr val="FFFFFF"/>
                </a:solidFill>
                <a:latin typeface="Arial"/>
                <a:ea typeface="Arial"/>
                <a:cs typeface="Arial"/>
                <a:sym typeface="Arial"/>
              </a:defRPr>
            </a:lvl3pPr>
            <a:lvl4pPr indent="0" lvl="3" marL="0" algn="r">
              <a:spcBef>
                <a:spcPts val="0"/>
              </a:spcBef>
              <a:buNone/>
              <a:defRPr sz="1200">
                <a:solidFill>
                  <a:srgbClr val="FFFFFF"/>
                </a:solidFill>
                <a:latin typeface="Arial"/>
                <a:ea typeface="Arial"/>
                <a:cs typeface="Arial"/>
                <a:sym typeface="Arial"/>
              </a:defRPr>
            </a:lvl4pPr>
            <a:lvl5pPr indent="0" lvl="4" marL="0" algn="r">
              <a:spcBef>
                <a:spcPts val="0"/>
              </a:spcBef>
              <a:buNone/>
              <a:defRPr sz="1200">
                <a:solidFill>
                  <a:srgbClr val="FFFFFF"/>
                </a:solidFill>
                <a:latin typeface="Arial"/>
                <a:ea typeface="Arial"/>
                <a:cs typeface="Arial"/>
                <a:sym typeface="Arial"/>
              </a:defRPr>
            </a:lvl5pPr>
            <a:lvl6pPr indent="0" lvl="5" marL="0" algn="r">
              <a:spcBef>
                <a:spcPts val="0"/>
              </a:spcBef>
              <a:buNone/>
              <a:defRPr sz="1200">
                <a:solidFill>
                  <a:srgbClr val="FFFFFF"/>
                </a:solidFill>
                <a:latin typeface="Arial"/>
                <a:ea typeface="Arial"/>
                <a:cs typeface="Arial"/>
                <a:sym typeface="Arial"/>
              </a:defRPr>
            </a:lvl6pPr>
            <a:lvl7pPr indent="0" lvl="6" marL="0" algn="r">
              <a:spcBef>
                <a:spcPts val="0"/>
              </a:spcBef>
              <a:buNone/>
              <a:defRPr sz="1200">
                <a:solidFill>
                  <a:srgbClr val="FFFFFF"/>
                </a:solidFill>
                <a:latin typeface="Arial"/>
                <a:ea typeface="Arial"/>
                <a:cs typeface="Arial"/>
                <a:sym typeface="Arial"/>
              </a:defRPr>
            </a:lvl7pPr>
            <a:lvl8pPr indent="0" lvl="7" marL="0" algn="r">
              <a:spcBef>
                <a:spcPts val="0"/>
              </a:spcBef>
              <a:buNone/>
              <a:defRPr sz="1200">
                <a:solidFill>
                  <a:srgbClr val="FFFFFF"/>
                </a:solidFill>
                <a:latin typeface="Arial"/>
                <a:ea typeface="Arial"/>
                <a:cs typeface="Arial"/>
                <a:sym typeface="Arial"/>
              </a:defRPr>
            </a:lvl8pPr>
            <a:lvl9pPr indent="0" lvl="8" marL="0" algn="r">
              <a:spcBef>
                <a:spcPts val="0"/>
              </a:spcBef>
              <a:buNone/>
              <a:defRPr sz="1200">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7" name="Shape 127"/>
        <p:cNvGrpSpPr/>
        <p:nvPr/>
      </p:nvGrpSpPr>
      <p:grpSpPr>
        <a:xfrm>
          <a:off x="0" y="0"/>
          <a:ext cx="0" cy="0"/>
          <a:chOff x="0" y="0"/>
          <a:chExt cx="0" cy="0"/>
        </a:xfrm>
      </p:grpSpPr>
      <p:sp>
        <p:nvSpPr>
          <p:cNvPr id="128" name="Google Shape;128;p26"/>
          <p:cNvSpPr txBox="1"/>
          <p:nvPr>
            <p:ph type="title"/>
          </p:nvPr>
        </p:nvSpPr>
        <p:spPr>
          <a:xfrm>
            <a:off x="457201" y="204787"/>
            <a:ext cx="3008400" cy="8715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9" name="Google Shape;129;p26"/>
          <p:cNvSpPr txBox="1"/>
          <p:nvPr>
            <p:ph idx="1" type="body"/>
          </p:nvPr>
        </p:nvSpPr>
        <p:spPr>
          <a:xfrm>
            <a:off x="3575050" y="204788"/>
            <a:ext cx="5111700" cy="43899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atin typeface="Arial"/>
                <a:ea typeface="Arial"/>
                <a:cs typeface="Arial"/>
                <a:sym typeface="Arial"/>
              </a:defRPr>
            </a:lvl1pPr>
            <a:lvl2pPr indent="-406400" lvl="1" marL="914400" algn="l">
              <a:spcBef>
                <a:spcPts val="560"/>
              </a:spcBef>
              <a:spcAft>
                <a:spcPts val="0"/>
              </a:spcAft>
              <a:buClr>
                <a:schemeClr val="dk1"/>
              </a:buClr>
              <a:buSzPts val="2800"/>
              <a:buChar char="–"/>
              <a:defRPr sz="2800">
                <a:latin typeface="Arial"/>
                <a:ea typeface="Arial"/>
                <a:cs typeface="Arial"/>
                <a:sym typeface="Arial"/>
              </a:defRPr>
            </a:lvl2pPr>
            <a:lvl3pPr indent="-381000" lvl="2" marL="1371600" algn="l">
              <a:spcBef>
                <a:spcPts val="480"/>
              </a:spcBef>
              <a:spcAft>
                <a:spcPts val="0"/>
              </a:spcAft>
              <a:buClr>
                <a:schemeClr val="dk1"/>
              </a:buClr>
              <a:buSzPts val="2400"/>
              <a:buChar char="•"/>
              <a:defRPr sz="2400">
                <a:latin typeface="Arial"/>
                <a:ea typeface="Arial"/>
                <a:cs typeface="Arial"/>
                <a:sym typeface="Arial"/>
              </a:defRPr>
            </a:lvl3pPr>
            <a:lvl4pPr indent="-355600" lvl="3" marL="1828800" algn="l">
              <a:spcBef>
                <a:spcPts val="400"/>
              </a:spcBef>
              <a:spcAft>
                <a:spcPts val="0"/>
              </a:spcAft>
              <a:buClr>
                <a:schemeClr val="dk1"/>
              </a:buClr>
              <a:buSzPts val="2000"/>
              <a:buChar char="–"/>
              <a:defRPr sz="2000">
                <a:latin typeface="Arial"/>
                <a:ea typeface="Arial"/>
                <a:cs typeface="Arial"/>
                <a:sym typeface="Arial"/>
              </a:defRPr>
            </a:lvl4pPr>
            <a:lvl5pPr indent="-355600" lvl="4" marL="2286000" algn="l">
              <a:spcBef>
                <a:spcPts val="400"/>
              </a:spcBef>
              <a:spcAft>
                <a:spcPts val="0"/>
              </a:spcAft>
              <a:buClr>
                <a:schemeClr val="dk1"/>
              </a:buClr>
              <a:buSzPts val="2000"/>
              <a:buChar char="»"/>
              <a:defRPr sz="2000">
                <a:latin typeface="Arial"/>
                <a:ea typeface="Arial"/>
                <a:cs typeface="Arial"/>
                <a:sym typeface="Arial"/>
              </a:defRPr>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0" name="Google Shape;130;p26"/>
          <p:cNvSpPr txBox="1"/>
          <p:nvPr>
            <p:ph idx="2" type="body"/>
          </p:nvPr>
        </p:nvSpPr>
        <p:spPr>
          <a:xfrm>
            <a:off x="457201" y="1076326"/>
            <a:ext cx="3008400" cy="35184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atin typeface="Arial"/>
                <a:ea typeface="Arial"/>
                <a:cs typeface="Arial"/>
                <a:sym typeface="Arial"/>
              </a:defRPr>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1" name="Google Shape;131;p2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26"/>
          <p:cNvSpPr txBox="1"/>
          <p:nvPr>
            <p:ph idx="12" type="sldNum"/>
          </p:nvPr>
        </p:nvSpPr>
        <p:spPr>
          <a:xfrm>
            <a:off x="6553200" y="4767263"/>
            <a:ext cx="2133600" cy="2739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1200">
                <a:solidFill>
                  <a:srgbClr val="FFFFFF"/>
                </a:solidFill>
                <a:latin typeface="Arial"/>
                <a:ea typeface="Arial"/>
                <a:cs typeface="Arial"/>
                <a:sym typeface="Arial"/>
              </a:defRPr>
            </a:lvl1pPr>
            <a:lvl2pPr indent="0" lvl="1" marL="0" algn="r">
              <a:spcBef>
                <a:spcPts val="0"/>
              </a:spcBef>
              <a:buNone/>
              <a:defRPr sz="1200">
                <a:solidFill>
                  <a:srgbClr val="FFFFFF"/>
                </a:solidFill>
                <a:latin typeface="Arial"/>
                <a:ea typeface="Arial"/>
                <a:cs typeface="Arial"/>
                <a:sym typeface="Arial"/>
              </a:defRPr>
            </a:lvl2pPr>
            <a:lvl3pPr indent="0" lvl="2" marL="0" algn="r">
              <a:spcBef>
                <a:spcPts val="0"/>
              </a:spcBef>
              <a:buNone/>
              <a:defRPr sz="1200">
                <a:solidFill>
                  <a:srgbClr val="FFFFFF"/>
                </a:solidFill>
                <a:latin typeface="Arial"/>
                <a:ea typeface="Arial"/>
                <a:cs typeface="Arial"/>
                <a:sym typeface="Arial"/>
              </a:defRPr>
            </a:lvl3pPr>
            <a:lvl4pPr indent="0" lvl="3" marL="0" algn="r">
              <a:spcBef>
                <a:spcPts val="0"/>
              </a:spcBef>
              <a:buNone/>
              <a:defRPr sz="1200">
                <a:solidFill>
                  <a:srgbClr val="FFFFFF"/>
                </a:solidFill>
                <a:latin typeface="Arial"/>
                <a:ea typeface="Arial"/>
                <a:cs typeface="Arial"/>
                <a:sym typeface="Arial"/>
              </a:defRPr>
            </a:lvl4pPr>
            <a:lvl5pPr indent="0" lvl="4" marL="0" algn="r">
              <a:spcBef>
                <a:spcPts val="0"/>
              </a:spcBef>
              <a:buNone/>
              <a:defRPr sz="1200">
                <a:solidFill>
                  <a:srgbClr val="FFFFFF"/>
                </a:solidFill>
                <a:latin typeface="Arial"/>
                <a:ea typeface="Arial"/>
                <a:cs typeface="Arial"/>
                <a:sym typeface="Arial"/>
              </a:defRPr>
            </a:lvl5pPr>
            <a:lvl6pPr indent="0" lvl="5" marL="0" algn="r">
              <a:spcBef>
                <a:spcPts val="0"/>
              </a:spcBef>
              <a:buNone/>
              <a:defRPr sz="1200">
                <a:solidFill>
                  <a:srgbClr val="FFFFFF"/>
                </a:solidFill>
                <a:latin typeface="Arial"/>
                <a:ea typeface="Arial"/>
                <a:cs typeface="Arial"/>
                <a:sym typeface="Arial"/>
              </a:defRPr>
            </a:lvl6pPr>
            <a:lvl7pPr indent="0" lvl="6" marL="0" algn="r">
              <a:spcBef>
                <a:spcPts val="0"/>
              </a:spcBef>
              <a:buNone/>
              <a:defRPr sz="1200">
                <a:solidFill>
                  <a:srgbClr val="FFFFFF"/>
                </a:solidFill>
                <a:latin typeface="Arial"/>
                <a:ea typeface="Arial"/>
                <a:cs typeface="Arial"/>
                <a:sym typeface="Arial"/>
              </a:defRPr>
            </a:lvl7pPr>
            <a:lvl8pPr indent="0" lvl="7" marL="0" algn="r">
              <a:spcBef>
                <a:spcPts val="0"/>
              </a:spcBef>
              <a:buNone/>
              <a:defRPr sz="1200">
                <a:solidFill>
                  <a:srgbClr val="FFFFFF"/>
                </a:solidFill>
                <a:latin typeface="Arial"/>
                <a:ea typeface="Arial"/>
                <a:cs typeface="Arial"/>
                <a:sym typeface="Arial"/>
              </a:defRPr>
            </a:lvl8pPr>
            <a:lvl9pPr indent="0" lvl="8" marL="0" algn="r">
              <a:spcBef>
                <a:spcPts val="0"/>
              </a:spcBef>
              <a:buNone/>
              <a:defRPr sz="1200">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4" name="Shape 134"/>
        <p:cNvGrpSpPr/>
        <p:nvPr/>
      </p:nvGrpSpPr>
      <p:grpSpPr>
        <a:xfrm>
          <a:off x="0" y="0"/>
          <a:ext cx="0" cy="0"/>
          <a:chOff x="0" y="0"/>
          <a:chExt cx="0" cy="0"/>
        </a:xfrm>
      </p:grpSpPr>
      <p:sp>
        <p:nvSpPr>
          <p:cNvPr id="135" name="Google Shape;135;p27"/>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27"/>
          <p:cNvSpPr/>
          <p:nvPr>
            <p:ph idx="2" type="pic"/>
          </p:nvPr>
        </p:nvSpPr>
        <p:spPr>
          <a:xfrm>
            <a:off x="1792288" y="459581"/>
            <a:ext cx="5486400" cy="3086100"/>
          </a:xfrm>
          <a:prstGeom prst="rect">
            <a:avLst/>
          </a:prstGeom>
          <a:noFill/>
          <a:ln>
            <a:noFill/>
          </a:ln>
        </p:spPr>
      </p:sp>
      <p:sp>
        <p:nvSpPr>
          <p:cNvPr id="137" name="Google Shape;137;p27"/>
          <p:cNvSpPr txBox="1"/>
          <p:nvPr>
            <p:ph idx="1" type="body"/>
          </p:nvPr>
        </p:nvSpPr>
        <p:spPr>
          <a:xfrm>
            <a:off x="1792288" y="4025503"/>
            <a:ext cx="5486400" cy="6036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atin typeface="Arial"/>
                <a:ea typeface="Arial"/>
                <a:cs typeface="Arial"/>
                <a:sym typeface="Arial"/>
              </a:defRPr>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8" name="Google Shape;138;p2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2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7"/>
          <p:cNvSpPr txBox="1"/>
          <p:nvPr>
            <p:ph idx="12" type="sldNum"/>
          </p:nvPr>
        </p:nvSpPr>
        <p:spPr>
          <a:xfrm>
            <a:off x="6553200" y="4767263"/>
            <a:ext cx="2133600" cy="2739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1200">
                <a:solidFill>
                  <a:srgbClr val="FFFFFF"/>
                </a:solidFill>
                <a:latin typeface="Arial"/>
                <a:ea typeface="Arial"/>
                <a:cs typeface="Arial"/>
                <a:sym typeface="Arial"/>
              </a:defRPr>
            </a:lvl1pPr>
            <a:lvl2pPr indent="0" lvl="1" marL="0" algn="r">
              <a:spcBef>
                <a:spcPts val="0"/>
              </a:spcBef>
              <a:buNone/>
              <a:defRPr sz="1200">
                <a:solidFill>
                  <a:srgbClr val="FFFFFF"/>
                </a:solidFill>
                <a:latin typeface="Arial"/>
                <a:ea typeface="Arial"/>
                <a:cs typeface="Arial"/>
                <a:sym typeface="Arial"/>
              </a:defRPr>
            </a:lvl2pPr>
            <a:lvl3pPr indent="0" lvl="2" marL="0" algn="r">
              <a:spcBef>
                <a:spcPts val="0"/>
              </a:spcBef>
              <a:buNone/>
              <a:defRPr sz="1200">
                <a:solidFill>
                  <a:srgbClr val="FFFFFF"/>
                </a:solidFill>
                <a:latin typeface="Arial"/>
                <a:ea typeface="Arial"/>
                <a:cs typeface="Arial"/>
                <a:sym typeface="Arial"/>
              </a:defRPr>
            </a:lvl3pPr>
            <a:lvl4pPr indent="0" lvl="3" marL="0" algn="r">
              <a:spcBef>
                <a:spcPts val="0"/>
              </a:spcBef>
              <a:buNone/>
              <a:defRPr sz="1200">
                <a:solidFill>
                  <a:srgbClr val="FFFFFF"/>
                </a:solidFill>
                <a:latin typeface="Arial"/>
                <a:ea typeface="Arial"/>
                <a:cs typeface="Arial"/>
                <a:sym typeface="Arial"/>
              </a:defRPr>
            </a:lvl4pPr>
            <a:lvl5pPr indent="0" lvl="4" marL="0" algn="r">
              <a:spcBef>
                <a:spcPts val="0"/>
              </a:spcBef>
              <a:buNone/>
              <a:defRPr sz="1200">
                <a:solidFill>
                  <a:srgbClr val="FFFFFF"/>
                </a:solidFill>
                <a:latin typeface="Arial"/>
                <a:ea typeface="Arial"/>
                <a:cs typeface="Arial"/>
                <a:sym typeface="Arial"/>
              </a:defRPr>
            </a:lvl5pPr>
            <a:lvl6pPr indent="0" lvl="5" marL="0" algn="r">
              <a:spcBef>
                <a:spcPts val="0"/>
              </a:spcBef>
              <a:buNone/>
              <a:defRPr sz="1200">
                <a:solidFill>
                  <a:srgbClr val="FFFFFF"/>
                </a:solidFill>
                <a:latin typeface="Arial"/>
                <a:ea typeface="Arial"/>
                <a:cs typeface="Arial"/>
                <a:sym typeface="Arial"/>
              </a:defRPr>
            </a:lvl6pPr>
            <a:lvl7pPr indent="0" lvl="6" marL="0" algn="r">
              <a:spcBef>
                <a:spcPts val="0"/>
              </a:spcBef>
              <a:buNone/>
              <a:defRPr sz="1200">
                <a:solidFill>
                  <a:srgbClr val="FFFFFF"/>
                </a:solidFill>
                <a:latin typeface="Arial"/>
                <a:ea typeface="Arial"/>
                <a:cs typeface="Arial"/>
                <a:sym typeface="Arial"/>
              </a:defRPr>
            </a:lvl7pPr>
            <a:lvl8pPr indent="0" lvl="7" marL="0" algn="r">
              <a:spcBef>
                <a:spcPts val="0"/>
              </a:spcBef>
              <a:buNone/>
              <a:defRPr sz="1200">
                <a:solidFill>
                  <a:srgbClr val="FFFFFF"/>
                </a:solidFill>
                <a:latin typeface="Arial"/>
                <a:ea typeface="Arial"/>
                <a:cs typeface="Arial"/>
                <a:sym typeface="Arial"/>
              </a:defRPr>
            </a:lvl8pPr>
            <a:lvl9pPr indent="0" lvl="8" marL="0" algn="r">
              <a:spcBef>
                <a:spcPts val="0"/>
              </a:spcBef>
              <a:buNone/>
              <a:defRPr sz="1200">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1" name="Shape 141"/>
        <p:cNvGrpSpPr/>
        <p:nvPr/>
      </p:nvGrpSpPr>
      <p:grpSpPr>
        <a:xfrm>
          <a:off x="0" y="0"/>
          <a:ext cx="0" cy="0"/>
          <a:chOff x="0" y="0"/>
          <a:chExt cx="0" cy="0"/>
        </a:xfrm>
      </p:grpSpPr>
      <p:sp>
        <p:nvSpPr>
          <p:cNvPr id="142" name="Google Shape;142;p28"/>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28"/>
          <p:cNvSpPr txBox="1"/>
          <p:nvPr>
            <p:ph idx="1" type="body"/>
          </p:nvPr>
        </p:nvSpPr>
        <p:spPr>
          <a:xfrm rot="5400000">
            <a:off x="2874750" y="-1217399"/>
            <a:ext cx="3394500" cy="82296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a:latin typeface="Arial"/>
                <a:ea typeface="Arial"/>
                <a:cs typeface="Arial"/>
                <a:sym typeface="Arial"/>
              </a:defRPr>
            </a:lvl1pPr>
            <a:lvl2pPr indent="-406400" lvl="1" marL="914400" algn="l">
              <a:spcBef>
                <a:spcPts val="560"/>
              </a:spcBef>
              <a:spcAft>
                <a:spcPts val="0"/>
              </a:spcAft>
              <a:buClr>
                <a:schemeClr val="dk1"/>
              </a:buClr>
              <a:buSzPts val="2800"/>
              <a:buChar char="–"/>
              <a:defRPr>
                <a:latin typeface="Arial"/>
                <a:ea typeface="Arial"/>
                <a:cs typeface="Arial"/>
                <a:sym typeface="Arial"/>
              </a:defRPr>
            </a:lvl2pPr>
            <a:lvl3pPr indent="-381000" lvl="2" marL="1371600" algn="l">
              <a:spcBef>
                <a:spcPts val="480"/>
              </a:spcBef>
              <a:spcAft>
                <a:spcPts val="0"/>
              </a:spcAft>
              <a:buClr>
                <a:schemeClr val="dk1"/>
              </a:buClr>
              <a:buSzPts val="2400"/>
              <a:buChar char="•"/>
              <a:defRPr>
                <a:latin typeface="Arial"/>
                <a:ea typeface="Arial"/>
                <a:cs typeface="Arial"/>
                <a:sym typeface="Arial"/>
              </a:defRPr>
            </a:lvl3pPr>
            <a:lvl4pPr indent="-355600" lvl="3" marL="1828800" algn="l">
              <a:spcBef>
                <a:spcPts val="400"/>
              </a:spcBef>
              <a:spcAft>
                <a:spcPts val="0"/>
              </a:spcAft>
              <a:buClr>
                <a:schemeClr val="dk1"/>
              </a:buClr>
              <a:buSzPts val="2000"/>
              <a:buChar char="–"/>
              <a:defRPr>
                <a:latin typeface="Arial"/>
                <a:ea typeface="Arial"/>
                <a:cs typeface="Arial"/>
                <a:sym typeface="Arial"/>
              </a:defRPr>
            </a:lvl4pPr>
            <a:lvl5pPr indent="-355600" lvl="4" marL="2286000" algn="l">
              <a:spcBef>
                <a:spcPts val="400"/>
              </a:spcBef>
              <a:spcAft>
                <a:spcPts val="0"/>
              </a:spcAft>
              <a:buClr>
                <a:schemeClr val="dk1"/>
              </a:buClr>
              <a:buSzPts val="2000"/>
              <a:buChar char="»"/>
              <a:defRPr>
                <a:latin typeface="Arial"/>
                <a:ea typeface="Arial"/>
                <a:cs typeface="Arial"/>
                <a:sym typeface="Aria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4" name="Google Shape;144;p2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28"/>
          <p:cNvSpPr txBox="1"/>
          <p:nvPr>
            <p:ph idx="12" type="sldNum"/>
          </p:nvPr>
        </p:nvSpPr>
        <p:spPr>
          <a:xfrm>
            <a:off x="6553200" y="4767263"/>
            <a:ext cx="2133600" cy="2739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1200">
                <a:solidFill>
                  <a:srgbClr val="FFFFFF"/>
                </a:solidFill>
                <a:latin typeface="Arial"/>
                <a:ea typeface="Arial"/>
                <a:cs typeface="Arial"/>
                <a:sym typeface="Arial"/>
              </a:defRPr>
            </a:lvl1pPr>
            <a:lvl2pPr indent="0" lvl="1" marL="0" algn="r">
              <a:spcBef>
                <a:spcPts val="0"/>
              </a:spcBef>
              <a:buNone/>
              <a:defRPr sz="1200">
                <a:solidFill>
                  <a:srgbClr val="FFFFFF"/>
                </a:solidFill>
                <a:latin typeface="Arial"/>
                <a:ea typeface="Arial"/>
                <a:cs typeface="Arial"/>
                <a:sym typeface="Arial"/>
              </a:defRPr>
            </a:lvl2pPr>
            <a:lvl3pPr indent="0" lvl="2" marL="0" algn="r">
              <a:spcBef>
                <a:spcPts val="0"/>
              </a:spcBef>
              <a:buNone/>
              <a:defRPr sz="1200">
                <a:solidFill>
                  <a:srgbClr val="FFFFFF"/>
                </a:solidFill>
                <a:latin typeface="Arial"/>
                <a:ea typeface="Arial"/>
                <a:cs typeface="Arial"/>
                <a:sym typeface="Arial"/>
              </a:defRPr>
            </a:lvl3pPr>
            <a:lvl4pPr indent="0" lvl="3" marL="0" algn="r">
              <a:spcBef>
                <a:spcPts val="0"/>
              </a:spcBef>
              <a:buNone/>
              <a:defRPr sz="1200">
                <a:solidFill>
                  <a:srgbClr val="FFFFFF"/>
                </a:solidFill>
                <a:latin typeface="Arial"/>
                <a:ea typeface="Arial"/>
                <a:cs typeface="Arial"/>
                <a:sym typeface="Arial"/>
              </a:defRPr>
            </a:lvl4pPr>
            <a:lvl5pPr indent="0" lvl="4" marL="0" algn="r">
              <a:spcBef>
                <a:spcPts val="0"/>
              </a:spcBef>
              <a:buNone/>
              <a:defRPr sz="1200">
                <a:solidFill>
                  <a:srgbClr val="FFFFFF"/>
                </a:solidFill>
                <a:latin typeface="Arial"/>
                <a:ea typeface="Arial"/>
                <a:cs typeface="Arial"/>
                <a:sym typeface="Arial"/>
              </a:defRPr>
            </a:lvl5pPr>
            <a:lvl6pPr indent="0" lvl="5" marL="0" algn="r">
              <a:spcBef>
                <a:spcPts val="0"/>
              </a:spcBef>
              <a:buNone/>
              <a:defRPr sz="1200">
                <a:solidFill>
                  <a:srgbClr val="FFFFFF"/>
                </a:solidFill>
                <a:latin typeface="Arial"/>
                <a:ea typeface="Arial"/>
                <a:cs typeface="Arial"/>
                <a:sym typeface="Arial"/>
              </a:defRPr>
            </a:lvl6pPr>
            <a:lvl7pPr indent="0" lvl="6" marL="0" algn="r">
              <a:spcBef>
                <a:spcPts val="0"/>
              </a:spcBef>
              <a:buNone/>
              <a:defRPr sz="1200">
                <a:solidFill>
                  <a:srgbClr val="FFFFFF"/>
                </a:solidFill>
                <a:latin typeface="Arial"/>
                <a:ea typeface="Arial"/>
                <a:cs typeface="Arial"/>
                <a:sym typeface="Arial"/>
              </a:defRPr>
            </a:lvl7pPr>
            <a:lvl8pPr indent="0" lvl="7" marL="0" algn="r">
              <a:spcBef>
                <a:spcPts val="0"/>
              </a:spcBef>
              <a:buNone/>
              <a:defRPr sz="1200">
                <a:solidFill>
                  <a:srgbClr val="FFFFFF"/>
                </a:solidFill>
                <a:latin typeface="Arial"/>
                <a:ea typeface="Arial"/>
                <a:cs typeface="Arial"/>
                <a:sym typeface="Arial"/>
              </a:defRPr>
            </a:lvl8pPr>
            <a:lvl9pPr indent="0" lvl="8" marL="0" algn="r">
              <a:spcBef>
                <a:spcPts val="0"/>
              </a:spcBef>
              <a:buNone/>
              <a:defRPr sz="1200">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28"/>
          <p:cNvSpPr txBox="1"/>
          <p:nvPr/>
        </p:nvSpPr>
        <p:spPr>
          <a:xfrm>
            <a:off x="3136197" y="-304560"/>
            <a:ext cx="18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7" name="Google Shape;147;p2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8" name="Shape 148"/>
        <p:cNvGrpSpPr/>
        <p:nvPr/>
      </p:nvGrpSpPr>
      <p:grpSpPr>
        <a:xfrm>
          <a:off x="0" y="0"/>
          <a:ext cx="0" cy="0"/>
          <a:chOff x="0" y="0"/>
          <a:chExt cx="0" cy="0"/>
        </a:xfrm>
      </p:grpSpPr>
      <p:sp>
        <p:nvSpPr>
          <p:cNvPr id="149" name="Google Shape;149;p29"/>
          <p:cNvSpPr txBox="1"/>
          <p:nvPr>
            <p:ph type="title"/>
          </p:nvPr>
        </p:nvSpPr>
        <p:spPr>
          <a:xfrm rot="5400000">
            <a:off x="5463750" y="1371629"/>
            <a:ext cx="4388700"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29"/>
          <p:cNvSpPr txBox="1"/>
          <p:nvPr>
            <p:ph idx="1" type="body"/>
          </p:nvPr>
        </p:nvSpPr>
        <p:spPr>
          <a:xfrm rot="5400000">
            <a:off x="1272750" y="-609571"/>
            <a:ext cx="4388700" cy="60198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a:latin typeface="Arial"/>
                <a:ea typeface="Arial"/>
                <a:cs typeface="Arial"/>
                <a:sym typeface="Arial"/>
              </a:defRPr>
            </a:lvl1pPr>
            <a:lvl2pPr indent="-406400" lvl="1" marL="914400" algn="l">
              <a:spcBef>
                <a:spcPts val="560"/>
              </a:spcBef>
              <a:spcAft>
                <a:spcPts val="0"/>
              </a:spcAft>
              <a:buClr>
                <a:schemeClr val="dk1"/>
              </a:buClr>
              <a:buSzPts val="2800"/>
              <a:buChar char="–"/>
              <a:defRPr>
                <a:latin typeface="Arial"/>
                <a:ea typeface="Arial"/>
                <a:cs typeface="Arial"/>
                <a:sym typeface="Arial"/>
              </a:defRPr>
            </a:lvl2pPr>
            <a:lvl3pPr indent="-381000" lvl="2" marL="1371600" algn="l">
              <a:spcBef>
                <a:spcPts val="480"/>
              </a:spcBef>
              <a:spcAft>
                <a:spcPts val="0"/>
              </a:spcAft>
              <a:buClr>
                <a:schemeClr val="dk1"/>
              </a:buClr>
              <a:buSzPts val="2400"/>
              <a:buChar char="•"/>
              <a:defRPr>
                <a:latin typeface="Arial"/>
                <a:ea typeface="Arial"/>
                <a:cs typeface="Arial"/>
                <a:sym typeface="Arial"/>
              </a:defRPr>
            </a:lvl3pPr>
            <a:lvl4pPr indent="-355600" lvl="3" marL="1828800" algn="l">
              <a:spcBef>
                <a:spcPts val="400"/>
              </a:spcBef>
              <a:spcAft>
                <a:spcPts val="0"/>
              </a:spcAft>
              <a:buClr>
                <a:schemeClr val="dk1"/>
              </a:buClr>
              <a:buSzPts val="2000"/>
              <a:buChar char="–"/>
              <a:defRPr>
                <a:latin typeface="Arial"/>
                <a:ea typeface="Arial"/>
                <a:cs typeface="Arial"/>
                <a:sym typeface="Arial"/>
              </a:defRPr>
            </a:lvl4pPr>
            <a:lvl5pPr indent="-355600" lvl="4" marL="2286000" algn="l">
              <a:spcBef>
                <a:spcPts val="400"/>
              </a:spcBef>
              <a:spcAft>
                <a:spcPts val="0"/>
              </a:spcAft>
              <a:buClr>
                <a:schemeClr val="dk1"/>
              </a:buClr>
              <a:buSzPts val="2000"/>
              <a:buChar char="»"/>
              <a:defRPr>
                <a:latin typeface="Arial"/>
                <a:ea typeface="Arial"/>
                <a:cs typeface="Arial"/>
                <a:sym typeface="Aria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1" name="Google Shape;151;p2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29"/>
          <p:cNvSpPr txBox="1"/>
          <p:nvPr>
            <p:ph idx="12" type="sldNum"/>
          </p:nvPr>
        </p:nvSpPr>
        <p:spPr>
          <a:xfrm>
            <a:off x="6553200" y="4767263"/>
            <a:ext cx="2133600" cy="273900"/>
          </a:xfrm>
          <a:prstGeom prst="rect">
            <a:avLst/>
          </a:prstGeom>
          <a:noFill/>
          <a:ln>
            <a:noFill/>
          </a:ln>
        </p:spPr>
        <p:txBody>
          <a:bodyPr anchorCtr="0" anchor="b" bIns="45700" lIns="91425" spcFirstLastPara="1" rIns="91425" wrap="square" tIns="45700">
            <a:noAutofit/>
          </a:bodyPr>
          <a:lstStyle>
            <a:lvl1pPr indent="0" lvl="0" marL="0" algn="r">
              <a:spcBef>
                <a:spcPts val="0"/>
              </a:spcBef>
              <a:buNone/>
              <a:defRPr sz="1200">
                <a:solidFill>
                  <a:srgbClr val="FFFFFF"/>
                </a:solidFill>
                <a:latin typeface="Arial"/>
                <a:ea typeface="Arial"/>
                <a:cs typeface="Arial"/>
                <a:sym typeface="Arial"/>
              </a:defRPr>
            </a:lvl1pPr>
            <a:lvl2pPr indent="0" lvl="1" marL="0" algn="r">
              <a:spcBef>
                <a:spcPts val="0"/>
              </a:spcBef>
              <a:buNone/>
              <a:defRPr sz="1200">
                <a:solidFill>
                  <a:srgbClr val="FFFFFF"/>
                </a:solidFill>
                <a:latin typeface="Arial"/>
                <a:ea typeface="Arial"/>
                <a:cs typeface="Arial"/>
                <a:sym typeface="Arial"/>
              </a:defRPr>
            </a:lvl2pPr>
            <a:lvl3pPr indent="0" lvl="2" marL="0" algn="r">
              <a:spcBef>
                <a:spcPts val="0"/>
              </a:spcBef>
              <a:buNone/>
              <a:defRPr sz="1200">
                <a:solidFill>
                  <a:srgbClr val="FFFFFF"/>
                </a:solidFill>
                <a:latin typeface="Arial"/>
                <a:ea typeface="Arial"/>
                <a:cs typeface="Arial"/>
                <a:sym typeface="Arial"/>
              </a:defRPr>
            </a:lvl3pPr>
            <a:lvl4pPr indent="0" lvl="3" marL="0" algn="r">
              <a:spcBef>
                <a:spcPts val="0"/>
              </a:spcBef>
              <a:buNone/>
              <a:defRPr sz="1200">
                <a:solidFill>
                  <a:srgbClr val="FFFFFF"/>
                </a:solidFill>
                <a:latin typeface="Arial"/>
                <a:ea typeface="Arial"/>
                <a:cs typeface="Arial"/>
                <a:sym typeface="Arial"/>
              </a:defRPr>
            </a:lvl4pPr>
            <a:lvl5pPr indent="0" lvl="4" marL="0" algn="r">
              <a:spcBef>
                <a:spcPts val="0"/>
              </a:spcBef>
              <a:buNone/>
              <a:defRPr sz="1200">
                <a:solidFill>
                  <a:srgbClr val="FFFFFF"/>
                </a:solidFill>
                <a:latin typeface="Arial"/>
                <a:ea typeface="Arial"/>
                <a:cs typeface="Arial"/>
                <a:sym typeface="Arial"/>
              </a:defRPr>
            </a:lvl5pPr>
            <a:lvl6pPr indent="0" lvl="5" marL="0" algn="r">
              <a:spcBef>
                <a:spcPts val="0"/>
              </a:spcBef>
              <a:buNone/>
              <a:defRPr sz="1200">
                <a:solidFill>
                  <a:srgbClr val="FFFFFF"/>
                </a:solidFill>
                <a:latin typeface="Arial"/>
                <a:ea typeface="Arial"/>
                <a:cs typeface="Arial"/>
                <a:sym typeface="Arial"/>
              </a:defRPr>
            </a:lvl6pPr>
            <a:lvl7pPr indent="0" lvl="6" marL="0" algn="r">
              <a:spcBef>
                <a:spcPts val="0"/>
              </a:spcBef>
              <a:buNone/>
              <a:defRPr sz="1200">
                <a:solidFill>
                  <a:srgbClr val="FFFFFF"/>
                </a:solidFill>
                <a:latin typeface="Arial"/>
                <a:ea typeface="Arial"/>
                <a:cs typeface="Arial"/>
                <a:sym typeface="Arial"/>
              </a:defRPr>
            </a:lvl7pPr>
            <a:lvl8pPr indent="0" lvl="7" marL="0" algn="r">
              <a:spcBef>
                <a:spcPts val="0"/>
              </a:spcBef>
              <a:buNone/>
              <a:defRPr sz="1200">
                <a:solidFill>
                  <a:srgbClr val="FFFFFF"/>
                </a:solidFill>
                <a:latin typeface="Arial"/>
                <a:ea typeface="Arial"/>
                <a:cs typeface="Arial"/>
                <a:sym typeface="Arial"/>
              </a:defRPr>
            </a:lvl8pPr>
            <a:lvl9pPr indent="0" lvl="8" marL="0" algn="r">
              <a:spcBef>
                <a:spcPts val="0"/>
              </a:spcBef>
              <a:buNone/>
              <a:defRPr sz="1200">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2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image" Target="../media/image6.jpg"/><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5" Type="http://schemas.openxmlformats.org/officeDocument/2006/relationships/theme" Target="../theme/theme3.xml"/><Relationship Id="rId14" Type="http://schemas.openxmlformats.org/officeDocument/2006/relationships/slideLayout" Target="../slideLayouts/slideLayout2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 name="Shape 66"/>
        <p:cNvGrpSpPr/>
        <p:nvPr/>
      </p:nvGrpSpPr>
      <p:grpSpPr>
        <a:xfrm>
          <a:off x="0" y="0"/>
          <a:ext cx="0" cy="0"/>
          <a:chOff x="0" y="0"/>
          <a:chExt cx="0" cy="0"/>
        </a:xfrm>
      </p:grpSpPr>
      <p:sp>
        <p:nvSpPr>
          <p:cNvPr id="67" name="Google Shape;67;p16"/>
          <p:cNvSpPr txBox="1"/>
          <p:nvPr>
            <p:ph type="title"/>
          </p:nvPr>
        </p:nvSpPr>
        <p:spPr>
          <a:xfrm>
            <a:off x="457200" y="205979"/>
            <a:ext cx="8229600" cy="8574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8" name="Google Shape;68;p16"/>
          <p:cNvSpPr txBox="1"/>
          <p:nvPr>
            <p:ph idx="1" type="body"/>
          </p:nvPr>
        </p:nvSpPr>
        <p:spPr>
          <a:xfrm>
            <a:off x="457200" y="1200151"/>
            <a:ext cx="8229600" cy="33945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9" name="Google Shape;69;p1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1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16"/>
          <p:cNvSpPr txBox="1"/>
          <p:nvPr>
            <p:ph idx="12" type="sldNum"/>
          </p:nvPr>
        </p:nvSpPr>
        <p:spPr>
          <a:xfrm>
            <a:off x="6553200" y="4767263"/>
            <a:ext cx="2133600" cy="273900"/>
          </a:xfrm>
          <a:prstGeom prst="rect">
            <a:avLst/>
          </a:prstGeom>
          <a:noFill/>
          <a:ln>
            <a:noFill/>
          </a:ln>
        </p:spPr>
        <p:txBody>
          <a:bodyPr anchorCtr="0" anchor="b" bIns="45700" lIns="91425" spcFirstLastPara="1" rIns="91425" wrap="square" tIns="45700">
            <a:noAutofit/>
          </a:bodyPr>
          <a:lstStyle>
            <a:lvl1pPr indent="0" lvl="0" marL="0" marR="0" algn="r">
              <a:spcBef>
                <a:spcPts val="0"/>
              </a:spcBef>
              <a:buNone/>
              <a:defRPr b="0" i="0" sz="1200" u="none" cap="none" strike="noStrike">
                <a:solidFill>
                  <a:srgbClr val="FFFFFF"/>
                </a:solidFill>
                <a:latin typeface="Arial"/>
                <a:ea typeface="Arial"/>
                <a:cs typeface="Arial"/>
                <a:sym typeface="Arial"/>
              </a:defRPr>
            </a:lvl1pPr>
            <a:lvl2pPr indent="0" lvl="1" marL="0" marR="0" algn="r">
              <a:spcBef>
                <a:spcPts val="0"/>
              </a:spcBef>
              <a:buNone/>
              <a:defRPr b="0" i="0" sz="1200" u="none" cap="none" strike="noStrike">
                <a:solidFill>
                  <a:srgbClr val="FFFFFF"/>
                </a:solidFill>
                <a:latin typeface="Arial"/>
                <a:ea typeface="Arial"/>
                <a:cs typeface="Arial"/>
                <a:sym typeface="Arial"/>
              </a:defRPr>
            </a:lvl2pPr>
            <a:lvl3pPr indent="0" lvl="2" marL="0" marR="0" algn="r">
              <a:spcBef>
                <a:spcPts val="0"/>
              </a:spcBef>
              <a:buNone/>
              <a:defRPr b="0" i="0" sz="1200" u="none" cap="none" strike="noStrike">
                <a:solidFill>
                  <a:srgbClr val="FFFFFF"/>
                </a:solidFill>
                <a:latin typeface="Arial"/>
                <a:ea typeface="Arial"/>
                <a:cs typeface="Arial"/>
                <a:sym typeface="Arial"/>
              </a:defRPr>
            </a:lvl3pPr>
            <a:lvl4pPr indent="0" lvl="3" marL="0" marR="0" algn="r">
              <a:spcBef>
                <a:spcPts val="0"/>
              </a:spcBef>
              <a:buNone/>
              <a:defRPr b="0" i="0" sz="1200" u="none" cap="none" strike="noStrike">
                <a:solidFill>
                  <a:srgbClr val="FFFFFF"/>
                </a:solidFill>
                <a:latin typeface="Arial"/>
                <a:ea typeface="Arial"/>
                <a:cs typeface="Arial"/>
                <a:sym typeface="Arial"/>
              </a:defRPr>
            </a:lvl4pPr>
            <a:lvl5pPr indent="0" lvl="4" marL="0" marR="0" algn="r">
              <a:spcBef>
                <a:spcPts val="0"/>
              </a:spcBef>
              <a:buNone/>
              <a:defRPr b="0" i="0" sz="1200" u="none" cap="none" strike="noStrike">
                <a:solidFill>
                  <a:srgbClr val="FFFFFF"/>
                </a:solidFill>
                <a:latin typeface="Arial"/>
                <a:ea typeface="Arial"/>
                <a:cs typeface="Arial"/>
                <a:sym typeface="Arial"/>
              </a:defRPr>
            </a:lvl5pPr>
            <a:lvl6pPr indent="0" lvl="5" marL="0" marR="0" algn="r">
              <a:spcBef>
                <a:spcPts val="0"/>
              </a:spcBef>
              <a:buNone/>
              <a:defRPr b="0" i="0" sz="1200" u="none" cap="none" strike="noStrike">
                <a:solidFill>
                  <a:srgbClr val="FFFFFF"/>
                </a:solidFill>
                <a:latin typeface="Arial"/>
                <a:ea typeface="Arial"/>
                <a:cs typeface="Arial"/>
                <a:sym typeface="Arial"/>
              </a:defRPr>
            </a:lvl6pPr>
            <a:lvl7pPr indent="0" lvl="6" marL="0" marR="0" algn="r">
              <a:spcBef>
                <a:spcPts val="0"/>
              </a:spcBef>
              <a:buNone/>
              <a:defRPr b="0" i="0" sz="1200" u="none" cap="none" strike="noStrike">
                <a:solidFill>
                  <a:srgbClr val="FFFFFF"/>
                </a:solidFill>
                <a:latin typeface="Arial"/>
                <a:ea typeface="Arial"/>
                <a:cs typeface="Arial"/>
                <a:sym typeface="Arial"/>
              </a:defRPr>
            </a:lvl7pPr>
            <a:lvl8pPr indent="0" lvl="7" marL="0" marR="0" algn="r">
              <a:spcBef>
                <a:spcPts val="0"/>
              </a:spcBef>
              <a:buNone/>
              <a:defRPr b="0" i="0" sz="1200" u="none" cap="none" strike="noStrike">
                <a:solidFill>
                  <a:srgbClr val="FFFFFF"/>
                </a:solidFill>
                <a:latin typeface="Arial"/>
                <a:ea typeface="Arial"/>
                <a:cs typeface="Arial"/>
                <a:sym typeface="Arial"/>
              </a:defRPr>
            </a:lvl8pPr>
            <a:lvl9pPr indent="0" lvl="8" marL="0" marR="0" algn="r">
              <a:spcBef>
                <a:spcPts val="0"/>
              </a:spcBef>
              <a:buNone/>
              <a:defRPr b="0" i="0" sz="12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descr="NWU PPT Wide Opt 2_Master.jpg" id="72" name="Google Shape;72;p16"/>
          <p:cNvPicPr preferRelativeResize="0"/>
          <p:nvPr/>
        </p:nvPicPr>
        <p:blipFill rotWithShape="1">
          <a:blip r:embed="rId1">
            <a:alphaModFix/>
          </a:blip>
          <a:srcRect b="0" l="0" r="0" t="0"/>
          <a:stretch/>
        </p:blipFill>
        <p:spPr>
          <a:xfrm>
            <a:off x="0" y="0"/>
            <a:ext cx="9144002" cy="514349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6.jp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6.jp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20.jpg"/><Relationship Id="rId4" Type="http://schemas.openxmlformats.org/officeDocument/2006/relationships/image" Target="../media/image32.png"/><Relationship Id="rId5"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20.jp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1.png"/><Relationship Id="rId5" Type="http://schemas.openxmlformats.org/officeDocument/2006/relationships/image" Target="../media/image18.png"/><Relationship Id="rId6" Type="http://schemas.openxmlformats.org/officeDocument/2006/relationships/image" Target="../media/image21.png"/><Relationship Id="rId7"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28.png"/><Relationship Id="rId6" Type="http://schemas.openxmlformats.org/officeDocument/2006/relationships/image" Target="../media/image12.png"/><Relationship Id="rId7"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23.jpg"/></Relationships>
</file>

<file path=ppt/slides/_rels/slide20.xml.rels><?xml version="1.0" encoding="UTF-8" standalone="yes"?><Relationships xmlns="http://schemas.openxmlformats.org/package/2006/relationships"><Relationship Id="rId11" Type="http://schemas.openxmlformats.org/officeDocument/2006/relationships/hyperlink" Target="https://doi.org/10.1038/s42255-024-00977-1" TargetMode="External"/><Relationship Id="rId10" Type="http://schemas.openxmlformats.org/officeDocument/2006/relationships/hyperlink" Target="https://doi.org/10.1016/j.dib.2019.104344" TargetMode="External"/><Relationship Id="rId13" Type="http://schemas.openxmlformats.org/officeDocument/2006/relationships/image" Target="../media/image27.png"/><Relationship Id="rId12" Type="http://schemas.openxmlformats.org/officeDocument/2006/relationships/hyperlink" Target="https://doi.org/10.1109/TLA.2024.10669246" TargetMode="External"/><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30.png"/><Relationship Id="rId4" Type="http://schemas.openxmlformats.org/officeDocument/2006/relationships/hyperlink" Target="https://doi.org/10.1109/ACCESS.2023.3320057" TargetMode="External"/><Relationship Id="rId9" Type="http://schemas.openxmlformats.org/officeDocument/2006/relationships/hyperlink" Target="https://doi.org/10.1016/j.dib.2019.104344" TargetMode="External"/><Relationship Id="rId5" Type="http://schemas.openxmlformats.org/officeDocument/2006/relationships/hyperlink" Target="https://doi.org/10.1093/imammb/dqad009" TargetMode="External"/><Relationship Id="rId6" Type="http://schemas.openxmlformats.org/officeDocument/2006/relationships/hyperlink" Target="https://doi.org/10.1016/j.imu.2020.100472" TargetMode="External"/><Relationship Id="rId7" Type="http://schemas.openxmlformats.org/officeDocument/2006/relationships/hyperlink" Target="https://doi.org/10.1613/jair.953" TargetMode="External"/><Relationship Id="rId8" Type="http://schemas.openxmlformats.org/officeDocument/2006/relationships/hyperlink" Target="https://doi.org/10.1111/obr.12667"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30.png"/><Relationship Id="rId4" Type="http://schemas.openxmlformats.org/officeDocument/2006/relationships/hyperlink" Target="http://turing.library.northwestern.edu/login?url=https://www.proquest.com/scholarly-journals/healthcare-costs-obesity-prevention/docview/222361591/se-2" TargetMode="External"/><Relationship Id="rId9" Type="http://schemas.openxmlformats.org/officeDocument/2006/relationships/image" Target="../media/image27.png"/><Relationship Id="rId5" Type="http://schemas.openxmlformats.org/officeDocument/2006/relationships/hyperlink" Target="https://doi.org/10.1016/j.compbiomed.2021.104344" TargetMode="External"/><Relationship Id="rId6" Type="http://schemas.openxmlformats.org/officeDocument/2006/relationships/hyperlink" Target="https://doi.org/10.1111/dom.14290" TargetMode="External"/><Relationship Id="rId7" Type="http://schemas.openxmlformats.org/officeDocument/2006/relationships/hyperlink" Target="https://doi.org/10.1002/osp4.707" TargetMode="External"/><Relationship Id="rId8" Type="http://schemas.openxmlformats.org/officeDocument/2006/relationships/hyperlink" Target="https://doi.org/10.1017/S1368980018002343"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0" y="1313446"/>
            <a:ext cx="9144000" cy="2793600"/>
          </a:xfrm>
          <a:prstGeom prst="rect">
            <a:avLst/>
          </a:prstGeom>
        </p:spPr>
        <p:txBody>
          <a:bodyPr anchorCtr="0" anchor="ctr" bIns="34275" lIns="68575" spcFirstLastPara="1" rIns="68575" wrap="square" tIns="34275">
            <a:noAutofit/>
          </a:bodyPr>
          <a:lstStyle/>
          <a:p>
            <a:pPr indent="0" lvl="0" marL="0" rtl="0" algn="ctr">
              <a:lnSpc>
                <a:spcPct val="100000"/>
              </a:lnSpc>
              <a:spcBef>
                <a:spcPts val="0"/>
              </a:spcBef>
              <a:spcAft>
                <a:spcPts val="0"/>
              </a:spcAft>
              <a:buNone/>
            </a:pPr>
            <a:r>
              <a:rPr lang="en" sz="4300">
                <a:solidFill>
                  <a:srgbClr val="FFFFFF"/>
                </a:solidFill>
                <a:latin typeface="Avenir"/>
                <a:ea typeface="Avenir"/>
                <a:cs typeface="Avenir"/>
                <a:sym typeface="Avenir"/>
              </a:rPr>
              <a:t>Obesity Prediction</a:t>
            </a:r>
            <a:endParaRPr sz="4300">
              <a:solidFill>
                <a:srgbClr val="FFFFFF"/>
              </a:solidFill>
              <a:latin typeface="Avenir"/>
              <a:ea typeface="Avenir"/>
              <a:cs typeface="Avenir"/>
              <a:sym typeface="Avenir"/>
            </a:endParaRPr>
          </a:p>
          <a:p>
            <a:pPr indent="0" lvl="0" marL="0" rtl="0" algn="ctr">
              <a:lnSpc>
                <a:spcPct val="100000"/>
              </a:lnSpc>
              <a:spcBef>
                <a:spcPts val="0"/>
              </a:spcBef>
              <a:spcAft>
                <a:spcPts val="0"/>
              </a:spcAft>
              <a:buNone/>
            </a:pPr>
            <a:r>
              <a:rPr lang="en" sz="2000">
                <a:solidFill>
                  <a:srgbClr val="FFFFFF"/>
                </a:solidFill>
                <a:latin typeface="Avenir"/>
                <a:ea typeface="Avenir"/>
                <a:cs typeface="Avenir"/>
                <a:sym typeface="Avenir"/>
              </a:rPr>
              <a:t>Group 3</a:t>
            </a:r>
            <a:endParaRPr sz="2000">
              <a:solidFill>
                <a:srgbClr val="FFFFFF"/>
              </a:solidFill>
              <a:latin typeface="Avenir"/>
              <a:ea typeface="Avenir"/>
              <a:cs typeface="Avenir"/>
              <a:sym typeface="Avenir"/>
            </a:endParaRPr>
          </a:p>
          <a:p>
            <a:pPr indent="0" lvl="0" marL="0" rtl="0" algn="ctr">
              <a:lnSpc>
                <a:spcPct val="100000"/>
              </a:lnSpc>
              <a:spcBef>
                <a:spcPts val="0"/>
              </a:spcBef>
              <a:spcAft>
                <a:spcPts val="0"/>
              </a:spcAft>
              <a:buNone/>
            </a:pPr>
            <a:r>
              <a:rPr lang="en" sz="1500">
                <a:solidFill>
                  <a:srgbClr val="FFFFFF"/>
                </a:solidFill>
                <a:latin typeface="Avenir"/>
                <a:ea typeface="Avenir"/>
                <a:cs typeface="Avenir"/>
                <a:sym typeface="Avenir"/>
              </a:rPr>
              <a:t>CHENYI ZHAO, JINGHAN FENG </a:t>
            </a:r>
            <a:endParaRPr sz="1500">
              <a:solidFill>
                <a:srgbClr val="FFFFFF"/>
              </a:solidFill>
              <a:latin typeface="Avenir"/>
              <a:ea typeface="Avenir"/>
              <a:cs typeface="Avenir"/>
              <a:sym typeface="Avenir"/>
            </a:endParaRPr>
          </a:p>
          <a:p>
            <a:pPr indent="0" lvl="0" marL="0" rtl="0" algn="ctr">
              <a:lnSpc>
                <a:spcPct val="100000"/>
              </a:lnSpc>
              <a:spcBef>
                <a:spcPts val="0"/>
              </a:spcBef>
              <a:spcAft>
                <a:spcPts val="0"/>
              </a:spcAft>
              <a:buNone/>
            </a:pPr>
            <a:r>
              <a:rPr lang="en" sz="1500">
                <a:solidFill>
                  <a:srgbClr val="FFFFFF"/>
                </a:solidFill>
                <a:latin typeface="Avenir"/>
                <a:ea typeface="Avenir"/>
                <a:cs typeface="Avenir"/>
                <a:sym typeface="Avenir"/>
              </a:rPr>
              <a:t>ZIXUAN ZHANG, YAHUI QIAN</a:t>
            </a:r>
            <a:endParaRPr sz="1500">
              <a:solidFill>
                <a:srgbClr val="FFFFFF"/>
              </a:solidFill>
              <a:latin typeface="Avenir"/>
              <a:ea typeface="Avenir"/>
              <a:cs typeface="Avenir"/>
              <a:sym typeface="Avenir"/>
            </a:endParaRPr>
          </a:p>
        </p:txBody>
      </p:sp>
      <p:sp>
        <p:nvSpPr>
          <p:cNvPr id="160" name="Google Shape;160;p30"/>
          <p:cNvSpPr txBox="1"/>
          <p:nvPr>
            <p:ph idx="12" type="sldNum"/>
          </p:nvPr>
        </p:nvSpPr>
        <p:spPr>
          <a:xfrm>
            <a:off x="8556784" y="4749850"/>
            <a:ext cx="548700" cy="393600"/>
          </a:xfrm>
          <a:prstGeom prst="rect">
            <a:avLst/>
          </a:prstGeom>
        </p:spPr>
        <p:txBody>
          <a:bodyPr anchorCtr="0" anchor="t" bIns="34275" lIns="68575" spcFirstLastPara="1" rIns="68575" wrap="square" tIns="34275">
            <a:noAutofit/>
          </a:bodyPr>
          <a:lstStyle/>
          <a:p>
            <a:pPr indent="0" lvl="0" marL="0" rtl="0" algn="r">
              <a:spcBef>
                <a:spcPts val="0"/>
              </a:spcBef>
              <a:spcAft>
                <a:spcPts val="0"/>
              </a:spcAft>
              <a:buClr>
                <a:schemeClr val="dk1"/>
              </a:buClr>
              <a:buSzPts val="1000"/>
              <a:buFont typeface="Calibri"/>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descr="NWU PPT Wide Opt 2_Cover 1.jpg" id="165" name="Google Shape;165;p31"/>
          <p:cNvPicPr preferRelativeResize="0"/>
          <p:nvPr/>
        </p:nvPicPr>
        <p:blipFill rotWithShape="1">
          <a:blip r:embed="rId3">
            <a:alphaModFix/>
          </a:blip>
          <a:srcRect b="0" l="0" r="0" t="0"/>
          <a:stretch/>
        </p:blipFill>
        <p:spPr>
          <a:xfrm>
            <a:off x="0" y="0"/>
            <a:ext cx="9144002" cy="5148071"/>
          </a:xfrm>
          <a:prstGeom prst="rect">
            <a:avLst/>
          </a:prstGeom>
          <a:noFill/>
          <a:ln>
            <a:noFill/>
          </a:ln>
        </p:spPr>
      </p:pic>
      <p:sp>
        <p:nvSpPr>
          <p:cNvPr id="166" name="Google Shape;166;p31"/>
          <p:cNvSpPr txBox="1"/>
          <p:nvPr>
            <p:ph type="ctrTitle"/>
          </p:nvPr>
        </p:nvSpPr>
        <p:spPr>
          <a:xfrm>
            <a:off x="2400668" y="212236"/>
            <a:ext cx="6395400" cy="795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00"/>
              </a:buClr>
              <a:buSzPts val="4400"/>
              <a:buFont typeface="Arial"/>
              <a:buNone/>
            </a:pPr>
            <a:r>
              <a:rPr b="1" lang="en" sz="2400">
                <a:latin typeface="Times New Roman"/>
                <a:ea typeface="Times New Roman"/>
                <a:cs typeface="Times New Roman"/>
                <a:sym typeface="Times New Roman"/>
              </a:rPr>
              <a:t>Problem Statement</a:t>
            </a:r>
            <a:endParaRPr b="1" sz="4000"/>
          </a:p>
        </p:txBody>
      </p:sp>
      <p:sp>
        <p:nvSpPr>
          <p:cNvPr id="167" name="Google Shape;167;p31"/>
          <p:cNvSpPr txBox="1"/>
          <p:nvPr>
            <p:ph idx="1" type="subTitle"/>
          </p:nvPr>
        </p:nvSpPr>
        <p:spPr>
          <a:xfrm>
            <a:off x="2156400" y="1136850"/>
            <a:ext cx="4057800" cy="3396000"/>
          </a:xfrm>
          <a:prstGeom prst="rect">
            <a:avLst/>
          </a:prstGeom>
          <a:noFill/>
          <a:ln>
            <a:noFill/>
          </a:ln>
        </p:spPr>
        <p:txBody>
          <a:bodyPr anchorCtr="0" anchor="t" bIns="45700" lIns="91425" spcFirstLastPara="1" rIns="91425" wrap="square" tIns="45700">
            <a:noAutofit/>
          </a:bodyPr>
          <a:lstStyle/>
          <a:p>
            <a:pPr indent="457200" lvl="0" marL="0" rtl="0" algn="l">
              <a:lnSpc>
                <a:spcPct val="150000"/>
              </a:lnSpc>
              <a:spcBef>
                <a:spcPts val="0"/>
              </a:spcBef>
              <a:spcAft>
                <a:spcPts val="0"/>
              </a:spcAft>
              <a:buClr>
                <a:schemeClr val="dk1"/>
              </a:buClr>
              <a:buSzPts val="1100"/>
              <a:buFont typeface="Arial"/>
              <a:buNone/>
            </a:pPr>
            <a:r>
              <a:rPr b="1" lang="en" sz="1100">
                <a:solidFill>
                  <a:srgbClr val="222222"/>
                </a:solidFill>
                <a:highlight>
                  <a:srgbClr val="FFFFFF"/>
                </a:highlight>
                <a:latin typeface="Times New Roman"/>
                <a:ea typeface="Times New Roman"/>
                <a:cs typeface="Times New Roman"/>
                <a:sym typeface="Times New Roman"/>
              </a:rPr>
              <a:t>Obesity (body mass index (BMI) ≥ 30 kg/m²) is a major public health problem worldwide, resulting in comorbidities and premature death. </a:t>
            </a:r>
            <a:r>
              <a:rPr lang="en" sz="1100">
                <a:solidFill>
                  <a:srgbClr val="222222"/>
                </a:solidFill>
                <a:highlight>
                  <a:srgbClr val="FFFFFF"/>
                </a:highlight>
                <a:latin typeface="Times New Roman"/>
                <a:ea typeface="Times New Roman"/>
                <a:cs typeface="Times New Roman"/>
                <a:sym typeface="Times New Roman"/>
              </a:rPr>
              <a:t>The simple definition of obesity as a disease characterized by excessive body fat does not sufficiently express the devastating health damages for individuals or reflect the large financial costs the disease imposes on societies.</a:t>
            </a:r>
            <a:r>
              <a:rPr b="1" lang="en" sz="1100">
                <a:solidFill>
                  <a:srgbClr val="222222"/>
                </a:solidFill>
                <a:highlight>
                  <a:srgbClr val="FFFFFF"/>
                </a:highlight>
                <a:latin typeface="Times New Roman"/>
                <a:ea typeface="Times New Roman"/>
                <a:cs typeface="Times New Roman"/>
                <a:sym typeface="Times New Roman"/>
              </a:rPr>
              <a:t> Obesity is responsible for elevated rates of</a:t>
            </a:r>
            <a:r>
              <a:rPr lang="en" sz="1100">
                <a:solidFill>
                  <a:srgbClr val="222222"/>
                </a:solidFill>
                <a:highlight>
                  <a:srgbClr val="FFFFFF"/>
                </a:highlight>
                <a:latin typeface="Times New Roman"/>
                <a:ea typeface="Times New Roman"/>
                <a:cs typeface="Times New Roman"/>
                <a:sym typeface="Times New Roman"/>
              </a:rPr>
              <a:t> type 2 diabetes mellitus (DM), hypertension, dyslipidaemia, steatohepatitis, polycystic ovary syndrome, depression, certain types of cancer and several other disorders. </a:t>
            </a:r>
            <a:endParaRPr sz="1100">
              <a:solidFill>
                <a:srgbClr val="222222"/>
              </a:solidFill>
              <a:highlight>
                <a:srgbClr val="FFFFFF"/>
              </a:highlight>
              <a:latin typeface="Times New Roman"/>
              <a:ea typeface="Times New Roman"/>
              <a:cs typeface="Times New Roman"/>
              <a:sym typeface="Times New Roman"/>
            </a:endParaRPr>
          </a:p>
          <a:p>
            <a:pPr indent="457200" lvl="0" marL="0" rtl="0" algn="l">
              <a:lnSpc>
                <a:spcPct val="150000"/>
              </a:lnSpc>
              <a:spcBef>
                <a:spcPts val="0"/>
              </a:spcBef>
              <a:spcAft>
                <a:spcPts val="0"/>
              </a:spcAft>
              <a:buClr>
                <a:schemeClr val="dk1"/>
              </a:buClr>
              <a:buSzPts val="1100"/>
              <a:buFont typeface="Arial"/>
              <a:buNone/>
            </a:pPr>
            <a:r>
              <a:t/>
            </a:r>
            <a:endParaRPr sz="1100">
              <a:solidFill>
                <a:schemeClr val="dk1"/>
              </a:solidFill>
              <a:latin typeface="Times New Roman"/>
              <a:ea typeface="Times New Roman"/>
              <a:cs typeface="Times New Roman"/>
              <a:sym typeface="Times New Roman"/>
            </a:endParaRPr>
          </a:p>
        </p:txBody>
      </p:sp>
      <p:pic>
        <p:nvPicPr>
          <p:cNvPr id="168" name="Google Shape;168;p31"/>
          <p:cNvPicPr preferRelativeResize="0"/>
          <p:nvPr/>
        </p:nvPicPr>
        <p:blipFill>
          <a:blip r:embed="rId4">
            <a:alphaModFix/>
          </a:blip>
          <a:stretch>
            <a:fillRect/>
          </a:stretch>
        </p:blipFill>
        <p:spPr>
          <a:xfrm>
            <a:off x="6139650" y="1082175"/>
            <a:ext cx="3096525" cy="3096525"/>
          </a:xfrm>
          <a:prstGeom prst="rect">
            <a:avLst/>
          </a:prstGeom>
          <a:noFill/>
          <a:ln>
            <a:noFill/>
          </a:ln>
        </p:spPr>
      </p:pic>
      <p:sp>
        <p:nvSpPr>
          <p:cNvPr id="169" name="Google Shape;169;p31"/>
          <p:cNvSpPr txBox="1"/>
          <p:nvPr>
            <p:ph idx="12" type="sldNum"/>
          </p:nvPr>
        </p:nvSpPr>
        <p:spPr>
          <a:xfrm>
            <a:off x="6553200" y="4767263"/>
            <a:ext cx="2133600" cy="273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solidFill>
                  <a:schemeClr val="dk1"/>
                </a:solidFill>
              </a:rPr>
              <a:t>‹#›</a:t>
            </a:fld>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descr="NWU PPT Wide Opt 2_Cover 1.jpg" id="174" name="Google Shape;174;p32"/>
          <p:cNvPicPr preferRelativeResize="0"/>
          <p:nvPr/>
        </p:nvPicPr>
        <p:blipFill rotWithShape="1">
          <a:blip r:embed="rId3">
            <a:alphaModFix/>
          </a:blip>
          <a:srcRect b="0" l="0" r="0" t="0"/>
          <a:stretch/>
        </p:blipFill>
        <p:spPr>
          <a:xfrm>
            <a:off x="0" y="0"/>
            <a:ext cx="9144002" cy="5148071"/>
          </a:xfrm>
          <a:prstGeom prst="rect">
            <a:avLst/>
          </a:prstGeom>
          <a:noFill/>
          <a:ln>
            <a:noFill/>
          </a:ln>
        </p:spPr>
      </p:pic>
      <p:sp>
        <p:nvSpPr>
          <p:cNvPr id="175" name="Google Shape;175;p32"/>
          <p:cNvSpPr txBox="1"/>
          <p:nvPr>
            <p:ph type="ctrTitle"/>
          </p:nvPr>
        </p:nvSpPr>
        <p:spPr>
          <a:xfrm>
            <a:off x="2400668" y="212236"/>
            <a:ext cx="6395400" cy="795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00"/>
              </a:buClr>
              <a:buSzPts val="4400"/>
              <a:buFont typeface="Arial"/>
              <a:buNone/>
            </a:pPr>
            <a:r>
              <a:rPr b="1" lang="en" sz="2400">
                <a:latin typeface="Times New Roman"/>
                <a:ea typeface="Times New Roman"/>
                <a:cs typeface="Times New Roman"/>
                <a:sym typeface="Times New Roman"/>
              </a:rPr>
              <a:t>Literature Review</a:t>
            </a:r>
            <a:endParaRPr b="1" sz="4000"/>
          </a:p>
        </p:txBody>
      </p:sp>
      <p:sp>
        <p:nvSpPr>
          <p:cNvPr id="176" name="Google Shape;176;p32"/>
          <p:cNvSpPr txBox="1"/>
          <p:nvPr>
            <p:ph idx="1" type="subTitle"/>
          </p:nvPr>
        </p:nvSpPr>
        <p:spPr>
          <a:xfrm>
            <a:off x="4877750" y="1165300"/>
            <a:ext cx="4088400" cy="42489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 sz="1100">
                <a:solidFill>
                  <a:srgbClr val="222222"/>
                </a:solidFill>
                <a:latin typeface="Times New Roman"/>
                <a:ea typeface="Times New Roman"/>
                <a:cs typeface="Times New Roman"/>
                <a:sym typeface="Times New Roman"/>
              </a:rPr>
              <a:t>Obesity rates are increasing rapidly in developing countries, particularly among lower-income populations, where economic inequality exacerbates the issue (Ferreira et al., 2024). While machine learning (ML) models have been widely applied in obesity prediction, most existing </a:t>
            </a:r>
            <a:r>
              <a:rPr b="1" lang="en" sz="1100">
                <a:solidFill>
                  <a:srgbClr val="222222"/>
                </a:solidFill>
                <a:latin typeface="Times New Roman"/>
                <a:ea typeface="Times New Roman"/>
                <a:cs typeface="Times New Roman"/>
                <a:sym typeface="Times New Roman"/>
              </a:rPr>
              <a:t>models are trained on data from developed nations, limiting</a:t>
            </a:r>
            <a:r>
              <a:rPr lang="en" sz="1100">
                <a:solidFill>
                  <a:srgbClr val="222222"/>
                </a:solidFill>
                <a:latin typeface="Times New Roman"/>
                <a:ea typeface="Times New Roman"/>
                <a:cs typeface="Times New Roman"/>
                <a:sym typeface="Times New Roman"/>
              </a:rPr>
              <a:t> their applicability to low-income populations in developing regions (Lucena et al., 2024). </a:t>
            </a:r>
            <a:endParaRPr sz="1100">
              <a:solidFill>
                <a:srgbClr val="222222"/>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100">
                <a:solidFill>
                  <a:srgbClr val="222222"/>
                </a:solidFill>
                <a:latin typeface="Times New Roman"/>
                <a:ea typeface="Times New Roman"/>
                <a:cs typeface="Times New Roman"/>
                <a:sym typeface="Times New Roman"/>
              </a:rPr>
              <a:t>Additionally, public health policies play a critical role in obesity prevention, yet current research </a:t>
            </a:r>
            <a:r>
              <a:rPr b="1" lang="en" sz="1100">
                <a:solidFill>
                  <a:srgbClr val="222222"/>
                </a:solidFill>
                <a:latin typeface="Times New Roman"/>
                <a:ea typeface="Times New Roman"/>
                <a:cs typeface="Times New Roman"/>
                <a:sym typeface="Times New Roman"/>
              </a:rPr>
              <a:t>lacks a comprehensive approach that integrates ML-based predictive models with personalized public health interventions</a:t>
            </a:r>
            <a:r>
              <a:rPr lang="en" sz="1100">
                <a:solidFill>
                  <a:srgbClr val="222222"/>
                </a:solidFill>
                <a:latin typeface="Times New Roman"/>
                <a:ea typeface="Times New Roman"/>
                <a:cs typeface="Times New Roman"/>
                <a:sym typeface="Times New Roman"/>
              </a:rPr>
              <a:t> (Ferreira et al., 2024). Addressing these challenges is crucial for designing effective obesity management strategies in developing countries, where healthcare access and economic constraints further complicate intervention efforts.</a:t>
            </a:r>
            <a:endParaRPr sz="1100">
              <a:solidFill>
                <a:srgbClr val="222222"/>
              </a:solidFill>
              <a:latin typeface="Times New Roman"/>
              <a:ea typeface="Times New Roman"/>
              <a:cs typeface="Times New Roman"/>
              <a:sym typeface="Times New Roman"/>
            </a:endParaRPr>
          </a:p>
          <a:p>
            <a:pPr indent="457200" lvl="0" marL="0" rtl="0" algn="l">
              <a:lnSpc>
                <a:spcPct val="150000"/>
              </a:lnSpc>
              <a:spcBef>
                <a:spcPts val="1200"/>
              </a:spcBef>
              <a:spcAft>
                <a:spcPts val="0"/>
              </a:spcAft>
              <a:buClr>
                <a:schemeClr val="dk1"/>
              </a:buClr>
              <a:buSzPts val="1100"/>
              <a:buFont typeface="Arial"/>
              <a:buNone/>
            </a:pPr>
            <a:r>
              <a:t/>
            </a:r>
            <a:endParaRPr sz="1100">
              <a:solidFill>
                <a:srgbClr val="222222"/>
              </a:solidFill>
              <a:latin typeface="Times New Roman"/>
              <a:ea typeface="Times New Roman"/>
              <a:cs typeface="Times New Roman"/>
              <a:sym typeface="Times New Roman"/>
            </a:endParaRPr>
          </a:p>
        </p:txBody>
      </p:sp>
      <p:pic>
        <p:nvPicPr>
          <p:cNvPr id="177" name="Google Shape;177;p32"/>
          <p:cNvPicPr preferRelativeResize="0"/>
          <p:nvPr/>
        </p:nvPicPr>
        <p:blipFill>
          <a:blip r:embed="rId4">
            <a:alphaModFix/>
          </a:blip>
          <a:stretch>
            <a:fillRect/>
          </a:stretch>
        </p:blipFill>
        <p:spPr>
          <a:xfrm>
            <a:off x="2" y="1008125"/>
            <a:ext cx="4618500" cy="3656851"/>
          </a:xfrm>
          <a:prstGeom prst="rect">
            <a:avLst/>
          </a:prstGeom>
          <a:noFill/>
          <a:ln>
            <a:noFill/>
          </a:ln>
        </p:spPr>
      </p:pic>
      <p:sp>
        <p:nvSpPr>
          <p:cNvPr id="178" name="Google Shape;178;p32"/>
          <p:cNvSpPr txBox="1"/>
          <p:nvPr>
            <p:ph idx="12" type="sldNum"/>
          </p:nvPr>
        </p:nvSpPr>
        <p:spPr>
          <a:xfrm>
            <a:off x="6553200" y="4767263"/>
            <a:ext cx="2133600" cy="273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solidFill>
                  <a:schemeClr val="dk1"/>
                </a:solidFill>
              </a:rPr>
              <a:t>‹#›</a:t>
            </a:fld>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descr="NWU PPT Wide Opt 2_Cover 1.jpg" id="183" name="Google Shape;183;p33"/>
          <p:cNvPicPr preferRelativeResize="0"/>
          <p:nvPr/>
        </p:nvPicPr>
        <p:blipFill rotWithShape="1">
          <a:blip r:embed="rId3">
            <a:alphaModFix/>
          </a:blip>
          <a:srcRect b="0" l="0" r="0" t="0"/>
          <a:stretch/>
        </p:blipFill>
        <p:spPr>
          <a:xfrm>
            <a:off x="0" y="0"/>
            <a:ext cx="9144002" cy="5148071"/>
          </a:xfrm>
          <a:prstGeom prst="rect">
            <a:avLst/>
          </a:prstGeom>
          <a:noFill/>
          <a:ln>
            <a:noFill/>
          </a:ln>
        </p:spPr>
      </p:pic>
      <p:sp>
        <p:nvSpPr>
          <p:cNvPr id="184" name="Google Shape;184;p33"/>
          <p:cNvSpPr txBox="1"/>
          <p:nvPr>
            <p:ph type="ctrTitle"/>
          </p:nvPr>
        </p:nvSpPr>
        <p:spPr>
          <a:xfrm>
            <a:off x="2454768" y="195211"/>
            <a:ext cx="6395400" cy="795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000000"/>
              </a:buClr>
              <a:buSzPts val="4400"/>
              <a:buFont typeface="Arial"/>
              <a:buNone/>
            </a:pPr>
            <a:r>
              <a:rPr b="1" lang="en" sz="2400">
                <a:latin typeface="Times New Roman"/>
                <a:ea typeface="Times New Roman"/>
                <a:cs typeface="Times New Roman"/>
                <a:sym typeface="Times New Roman"/>
              </a:rPr>
              <a:t>Research Objective</a:t>
            </a:r>
            <a:endParaRPr/>
          </a:p>
        </p:txBody>
      </p:sp>
      <p:sp>
        <p:nvSpPr>
          <p:cNvPr id="185" name="Google Shape;185;p33"/>
          <p:cNvSpPr txBox="1"/>
          <p:nvPr>
            <p:ph idx="1" type="subTitle"/>
          </p:nvPr>
        </p:nvSpPr>
        <p:spPr>
          <a:xfrm>
            <a:off x="2189225" y="1274225"/>
            <a:ext cx="5338500" cy="2966700"/>
          </a:xfrm>
          <a:prstGeom prst="rect">
            <a:avLst/>
          </a:prstGeom>
          <a:noFill/>
          <a:ln>
            <a:noFill/>
          </a:ln>
        </p:spPr>
        <p:txBody>
          <a:bodyPr anchorCtr="0" anchor="t" bIns="45700" lIns="91425" spcFirstLastPara="1" rIns="91425" wrap="square" tIns="45700">
            <a:noAutofit/>
          </a:bodyPr>
          <a:lstStyle/>
          <a:p>
            <a:pPr indent="0" lvl="0" marL="0" rtl="0" algn="l">
              <a:spcBef>
                <a:spcPts val="1200"/>
              </a:spcBef>
              <a:spcAft>
                <a:spcPts val="0"/>
              </a:spcAft>
              <a:buClr>
                <a:schemeClr val="dk1"/>
              </a:buClr>
              <a:buSzPts val="1100"/>
              <a:buFont typeface="Arial"/>
              <a:buNone/>
            </a:pPr>
            <a:r>
              <a:rPr lang="en" sz="1100">
                <a:solidFill>
                  <a:schemeClr val="dk1"/>
                </a:solidFill>
                <a:latin typeface="Times New Roman"/>
                <a:ea typeface="Times New Roman"/>
                <a:cs typeface="Times New Roman"/>
                <a:sym typeface="Times New Roman"/>
              </a:rPr>
              <a:t>1To develop an obesity prediction model tailored for low-income populations in developing countries by leveraging machine learning techniques trained on locally relevant datasets.</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100">
                <a:solidFill>
                  <a:srgbClr val="222222"/>
                </a:solidFill>
                <a:highlight>
                  <a:srgbClr val="FFFFFF"/>
                </a:highlight>
                <a:latin typeface="Times New Roman"/>
                <a:ea typeface="Times New Roman"/>
                <a:cs typeface="Times New Roman"/>
                <a:sym typeface="Times New Roman"/>
              </a:rPr>
              <a:t>In this context, Latin American countries like Mexico, Brazil and Colombia serve as good proxies to understand the behaviour of obesity in developing countries, not only because of the </a:t>
            </a:r>
            <a:r>
              <a:rPr b="1" lang="en" sz="1100">
                <a:solidFill>
                  <a:srgbClr val="222222"/>
                </a:solidFill>
                <a:highlight>
                  <a:srgbClr val="FFFFFF"/>
                </a:highlight>
                <a:latin typeface="Times New Roman"/>
                <a:ea typeface="Times New Roman"/>
                <a:cs typeface="Times New Roman"/>
                <a:sym typeface="Times New Roman"/>
              </a:rPr>
              <a:t>increasing trends of obesity in these countries, but also because of their most recent attempts to adopt measures to counteract these trends. </a:t>
            </a:r>
            <a:r>
              <a:rPr lang="en" sz="1100">
                <a:solidFill>
                  <a:srgbClr val="222222"/>
                </a:solidFill>
                <a:highlight>
                  <a:srgbClr val="FFFFFF"/>
                </a:highlight>
                <a:latin typeface="Times New Roman"/>
                <a:ea typeface="Times New Roman"/>
                <a:cs typeface="Times New Roman"/>
                <a:sym typeface="Times New Roman"/>
              </a:rPr>
              <a:t>All of them are upper-middle-income economies.</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lang="en" sz="1100">
                <a:solidFill>
                  <a:schemeClr val="dk1"/>
                </a:solidFill>
                <a:latin typeface="Times New Roman"/>
                <a:ea typeface="Times New Roman"/>
                <a:cs typeface="Times New Roman"/>
                <a:sym typeface="Times New Roman"/>
              </a:rPr>
              <a:t>2</a:t>
            </a:r>
            <a:r>
              <a:rPr lang="en" sz="1100">
                <a:solidFill>
                  <a:schemeClr val="dk1"/>
                </a:solidFill>
                <a:latin typeface="Times New Roman"/>
                <a:ea typeface="Times New Roman"/>
                <a:cs typeface="Times New Roman"/>
                <a:sym typeface="Times New Roman"/>
              </a:rPr>
              <a:t> </a:t>
            </a:r>
            <a:r>
              <a:rPr lang="en" sz="1100">
                <a:solidFill>
                  <a:schemeClr val="dk1"/>
                </a:solidFill>
                <a:latin typeface="Times New Roman"/>
                <a:ea typeface="Times New Roman"/>
                <a:cs typeface="Times New Roman"/>
                <a:sym typeface="Times New Roman"/>
              </a:rPr>
              <a:t>To integrate ML-based prediction models with public health intervention strategies, aiming to enhance personalized obesity prevention efforts.</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1200"/>
              </a:spcAft>
              <a:buClr>
                <a:schemeClr val="dk1"/>
              </a:buClr>
              <a:buSzPts val="1100"/>
              <a:buFont typeface="Arial"/>
              <a:buNone/>
            </a:pPr>
            <a:r>
              <a:rPr lang="en" sz="1100">
                <a:solidFill>
                  <a:schemeClr val="dk1"/>
                </a:solidFill>
                <a:latin typeface="Times New Roman"/>
                <a:ea typeface="Times New Roman"/>
                <a:cs typeface="Times New Roman"/>
                <a:sym typeface="Times New Roman"/>
              </a:rPr>
              <a:t>3 </a:t>
            </a:r>
            <a:r>
              <a:rPr lang="en" sz="1100">
                <a:solidFill>
                  <a:schemeClr val="dk1"/>
                </a:solidFill>
                <a:latin typeface="Times New Roman"/>
                <a:ea typeface="Times New Roman"/>
                <a:cs typeface="Times New Roman"/>
                <a:sym typeface="Times New Roman"/>
              </a:rPr>
              <a:t>To evaluate the effectiveness of the proposed model and intervention framework in providing actionable insights for public health policymakers.</a:t>
            </a:r>
            <a:endParaRPr sz="1100">
              <a:solidFill>
                <a:srgbClr val="131314"/>
              </a:solidFill>
              <a:highlight>
                <a:srgbClr val="FFFFFF"/>
              </a:highlight>
              <a:latin typeface="Times New Roman"/>
              <a:ea typeface="Times New Roman"/>
              <a:cs typeface="Times New Roman"/>
              <a:sym typeface="Times New Roman"/>
            </a:endParaRPr>
          </a:p>
        </p:txBody>
      </p:sp>
      <p:sp>
        <p:nvSpPr>
          <p:cNvPr id="186" name="Google Shape;186;p33"/>
          <p:cNvSpPr txBox="1"/>
          <p:nvPr>
            <p:ph idx="12" type="sldNum"/>
          </p:nvPr>
        </p:nvSpPr>
        <p:spPr>
          <a:xfrm>
            <a:off x="6553200" y="4767263"/>
            <a:ext cx="2133600" cy="273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solidFill>
                  <a:schemeClr val="dk1"/>
                </a:solidFill>
              </a:rPr>
              <a:t>‹#›</a:t>
            </a:fld>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0" name="Shape 190"/>
        <p:cNvGrpSpPr/>
        <p:nvPr/>
      </p:nvGrpSpPr>
      <p:grpSpPr>
        <a:xfrm>
          <a:off x="0" y="0"/>
          <a:ext cx="0" cy="0"/>
          <a:chOff x="0" y="0"/>
          <a:chExt cx="0" cy="0"/>
        </a:xfrm>
      </p:grpSpPr>
      <p:sp>
        <p:nvSpPr>
          <p:cNvPr id="191" name="Google Shape;191;p34"/>
          <p:cNvSpPr txBox="1"/>
          <p:nvPr>
            <p:ph type="ctrTitle"/>
          </p:nvPr>
        </p:nvSpPr>
        <p:spPr>
          <a:xfrm>
            <a:off x="4753750" y="626100"/>
            <a:ext cx="4213500" cy="7959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rgbClr val="000000"/>
              </a:buClr>
              <a:buSzPts val="4400"/>
              <a:buFont typeface="Arial"/>
              <a:buNone/>
            </a:pPr>
            <a:r>
              <a:rPr lang="en" sz="2400">
                <a:solidFill>
                  <a:srgbClr val="000000"/>
                </a:solidFill>
              </a:rPr>
              <a:t>Exploratory Data Analysis</a:t>
            </a:r>
            <a:endParaRPr sz="2400"/>
          </a:p>
        </p:txBody>
      </p:sp>
      <p:sp>
        <p:nvSpPr>
          <p:cNvPr id="192" name="Google Shape;192;p34"/>
          <p:cNvSpPr txBox="1"/>
          <p:nvPr/>
        </p:nvSpPr>
        <p:spPr>
          <a:xfrm>
            <a:off x="8427357" y="5851071"/>
            <a:ext cx="18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34"/>
          <p:cNvSpPr txBox="1"/>
          <p:nvPr/>
        </p:nvSpPr>
        <p:spPr>
          <a:xfrm>
            <a:off x="8010071" y="5751286"/>
            <a:ext cx="18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94" name="Google Shape;194;p34"/>
          <p:cNvPicPr preferRelativeResize="0"/>
          <p:nvPr/>
        </p:nvPicPr>
        <p:blipFill rotWithShape="1">
          <a:blip r:embed="rId4">
            <a:alphaModFix/>
          </a:blip>
          <a:srcRect b="49979" l="0" r="0" t="0"/>
          <a:stretch/>
        </p:blipFill>
        <p:spPr>
          <a:xfrm>
            <a:off x="4235450" y="1565250"/>
            <a:ext cx="2272137" cy="1378525"/>
          </a:xfrm>
          <a:prstGeom prst="rect">
            <a:avLst/>
          </a:prstGeom>
          <a:noFill/>
          <a:ln>
            <a:noFill/>
          </a:ln>
        </p:spPr>
      </p:pic>
      <p:cxnSp>
        <p:nvCxnSpPr>
          <p:cNvPr id="195" name="Google Shape;195;p34"/>
          <p:cNvCxnSpPr>
            <a:stCxn id="196" idx="2"/>
            <a:endCxn id="197" idx="1"/>
          </p:cNvCxnSpPr>
          <p:nvPr/>
        </p:nvCxnSpPr>
        <p:spPr>
          <a:xfrm>
            <a:off x="933975" y="3509500"/>
            <a:ext cx="582300" cy="8253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198" name="Google Shape;198;p34"/>
          <p:cNvCxnSpPr>
            <a:stCxn id="196" idx="2"/>
            <a:endCxn id="199" idx="1"/>
          </p:cNvCxnSpPr>
          <p:nvPr/>
        </p:nvCxnSpPr>
        <p:spPr>
          <a:xfrm flipH="1" rot="10800000">
            <a:off x="933975" y="2709100"/>
            <a:ext cx="582300" cy="8004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196" name="Google Shape;196;p34"/>
          <p:cNvSpPr/>
          <p:nvPr/>
        </p:nvSpPr>
        <p:spPr>
          <a:xfrm rot="-5400000">
            <a:off x="-765075" y="3258550"/>
            <a:ext cx="2896200" cy="501900"/>
          </a:xfrm>
          <a:prstGeom prst="roundRect">
            <a:avLst>
              <a:gd fmla="val 16667" name="adj"/>
            </a:avLst>
          </a:prstGeom>
          <a:solidFill>
            <a:srgbClr val="561561"/>
          </a:solidFill>
          <a:ln cap="flat" cmpd="sng" w="9525">
            <a:solidFill>
              <a:srgbClr val="56156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Exploratory Data Analysis</a:t>
            </a:r>
            <a:endParaRPr sz="1100">
              <a:solidFill>
                <a:srgbClr val="FFFFFF"/>
              </a:solidFill>
              <a:latin typeface="Roboto"/>
              <a:ea typeface="Roboto"/>
              <a:cs typeface="Roboto"/>
              <a:sym typeface="Roboto"/>
            </a:endParaRPr>
          </a:p>
        </p:txBody>
      </p:sp>
      <p:sp>
        <p:nvSpPr>
          <p:cNvPr id="199" name="Google Shape;199;p34"/>
          <p:cNvSpPr/>
          <p:nvPr/>
        </p:nvSpPr>
        <p:spPr>
          <a:xfrm>
            <a:off x="1516343" y="2474266"/>
            <a:ext cx="1930500" cy="469500"/>
          </a:xfrm>
          <a:prstGeom prst="roundRect">
            <a:avLst>
              <a:gd fmla="val 16667" name="adj"/>
            </a:avLst>
          </a:prstGeom>
          <a:solidFill>
            <a:srgbClr val="771E86"/>
          </a:solidFill>
          <a:ln cap="flat" cmpd="sng" w="9525">
            <a:solidFill>
              <a:srgbClr val="771E8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Numerical Feature</a:t>
            </a:r>
            <a:endParaRPr sz="1100">
              <a:solidFill>
                <a:srgbClr val="FFFFFF"/>
              </a:solidFill>
              <a:latin typeface="Roboto"/>
              <a:ea typeface="Roboto"/>
              <a:cs typeface="Roboto"/>
              <a:sym typeface="Roboto"/>
            </a:endParaRPr>
          </a:p>
        </p:txBody>
      </p:sp>
      <p:sp>
        <p:nvSpPr>
          <p:cNvPr id="197" name="Google Shape;197;p34"/>
          <p:cNvSpPr/>
          <p:nvPr/>
        </p:nvSpPr>
        <p:spPr>
          <a:xfrm>
            <a:off x="1516343" y="4100170"/>
            <a:ext cx="1930500" cy="469500"/>
          </a:xfrm>
          <a:prstGeom prst="roundRect">
            <a:avLst>
              <a:gd fmla="val 16667" name="adj"/>
            </a:avLst>
          </a:prstGeom>
          <a:solidFill>
            <a:srgbClr val="771E86"/>
          </a:solidFill>
          <a:ln cap="flat" cmpd="sng" w="9525">
            <a:solidFill>
              <a:srgbClr val="771E8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Roboto"/>
                <a:ea typeface="Roboto"/>
                <a:cs typeface="Roboto"/>
                <a:sym typeface="Roboto"/>
              </a:rPr>
              <a:t>Categorical Feature</a:t>
            </a:r>
            <a:endParaRPr sz="1100">
              <a:solidFill>
                <a:srgbClr val="FFFFFF"/>
              </a:solidFill>
              <a:latin typeface="Roboto"/>
              <a:ea typeface="Roboto"/>
              <a:cs typeface="Roboto"/>
              <a:sym typeface="Roboto"/>
            </a:endParaRPr>
          </a:p>
        </p:txBody>
      </p:sp>
      <p:sp>
        <p:nvSpPr>
          <p:cNvPr id="200" name="Google Shape;200;p34"/>
          <p:cNvSpPr txBox="1"/>
          <p:nvPr/>
        </p:nvSpPr>
        <p:spPr>
          <a:xfrm>
            <a:off x="1516350" y="1565250"/>
            <a:ext cx="19305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200"/>
              </a:spcAft>
              <a:buNone/>
            </a:pPr>
            <a:r>
              <a:rPr lang="en" sz="1200">
                <a:solidFill>
                  <a:schemeClr val="dk1"/>
                </a:solidFill>
              </a:rPr>
              <a:t>Histograms were plotted for all numerical variables to assess their distributions. </a:t>
            </a:r>
            <a:endParaRPr sz="1200">
              <a:solidFill>
                <a:schemeClr val="dk1"/>
              </a:solidFill>
            </a:endParaRPr>
          </a:p>
        </p:txBody>
      </p:sp>
      <p:sp>
        <p:nvSpPr>
          <p:cNvPr id="201" name="Google Shape;201;p34"/>
          <p:cNvSpPr txBox="1"/>
          <p:nvPr/>
        </p:nvSpPr>
        <p:spPr>
          <a:xfrm>
            <a:off x="1536500" y="3181525"/>
            <a:ext cx="19707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200">
                <a:solidFill>
                  <a:schemeClr val="dk1"/>
                </a:solidFill>
              </a:rPr>
              <a:t>Count plots were generated for </a:t>
            </a:r>
            <a:r>
              <a:rPr lang="en" sz="1200">
                <a:solidFill>
                  <a:schemeClr val="dk1"/>
                </a:solidFill>
              </a:rPr>
              <a:t>all </a:t>
            </a:r>
            <a:r>
              <a:rPr lang="en" sz="1200">
                <a:solidFill>
                  <a:schemeClr val="dk1"/>
                </a:solidFill>
              </a:rPr>
              <a:t>categorical features, revealing various trends.</a:t>
            </a:r>
            <a:endParaRPr/>
          </a:p>
        </p:txBody>
      </p:sp>
      <p:pic>
        <p:nvPicPr>
          <p:cNvPr id="202" name="Google Shape;202;p34"/>
          <p:cNvPicPr preferRelativeResize="0"/>
          <p:nvPr/>
        </p:nvPicPr>
        <p:blipFill rotWithShape="1">
          <a:blip r:embed="rId4">
            <a:alphaModFix/>
          </a:blip>
          <a:srcRect b="0" l="0" r="0" t="49507"/>
          <a:stretch/>
        </p:blipFill>
        <p:spPr>
          <a:xfrm>
            <a:off x="6650350" y="1592738"/>
            <a:ext cx="2161125" cy="1323539"/>
          </a:xfrm>
          <a:prstGeom prst="rect">
            <a:avLst/>
          </a:prstGeom>
          <a:noFill/>
          <a:ln>
            <a:noFill/>
          </a:ln>
        </p:spPr>
      </p:pic>
      <p:pic>
        <p:nvPicPr>
          <p:cNvPr id="203" name="Google Shape;203;p34"/>
          <p:cNvPicPr preferRelativeResize="0"/>
          <p:nvPr/>
        </p:nvPicPr>
        <p:blipFill rotWithShape="1">
          <a:blip r:embed="rId5">
            <a:alphaModFix/>
          </a:blip>
          <a:srcRect b="63961" l="0" r="0" t="0"/>
          <a:stretch/>
        </p:blipFill>
        <p:spPr>
          <a:xfrm>
            <a:off x="3921200" y="3697900"/>
            <a:ext cx="1791199" cy="1166377"/>
          </a:xfrm>
          <a:prstGeom prst="rect">
            <a:avLst/>
          </a:prstGeom>
          <a:noFill/>
          <a:ln>
            <a:noFill/>
          </a:ln>
        </p:spPr>
      </p:pic>
      <p:pic>
        <p:nvPicPr>
          <p:cNvPr id="204" name="Google Shape;204;p34"/>
          <p:cNvPicPr preferRelativeResize="0"/>
          <p:nvPr/>
        </p:nvPicPr>
        <p:blipFill rotWithShape="1">
          <a:blip r:embed="rId5">
            <a:alphaModFix/>
          </a:blip>
          <a:srcRect b="30872" l="0" r="0" t="34809"/>
          <a:stretch/>
        </p:blipFill>
        <p:spPr>
          <a:xfrm>
            <a:off x="5532975" y="3725712"/>
            <a:ext cx="1791199" cy="1110759"/>
          </a:xfrm>
          <a:prstGeom prst="rect">
            <a:avLst/>
          </a:prstGeom>
          <a:noFill/>
          <a:ln>
            <a:noFill/>
          </a:ln>
        </p:spPr>
      </p:pic>
      <p:pic>
        <p:nvPicPr>
          <p:cNvPr id="205" name="Google Shape;205;p34"/>
          <p:cNvPicPr preferRelativeResize="0"/>
          <p:nvPr/>
        </p:nvPicPr>
        <p:blipFill rotWithShape="1">
          <a:blip r:embed="rId5">
            <a:alphaModFix/>
          </a:blip>
          <a:srcRect b="0" l="0" r="0" t="67049"/>
          <a:stretch/>
        </p:blipFill>
        <p:spPr>
          <a:xfrm>
            <a:off x="7101646" y="3697900"/>
            <a:ext cx="1865604" cy="1110775"/>
          </a:xfrm>
          <a:prstGeom prst="rect">
            <a:avLst/>
          </a:prstGeom>
          <a:noFill/>
          <a:ln>
            <a:noFill/>
          </a:ln>
        </p:spPr>
      </p:pic>
      <p:sp>
        <p:nvSpPr>
          <p:cNvPr id="206" name="Google Shape;206;p34"/>
          <p:cNvSpPr txBox="1"/>
          <p:nvPr>
            <p:ph idx="12" type="sldNum"/>
          </p:nvPr>
        </p:nvSpPr>
        <p:spPr>
          <a:xfrm>
            <a:off x="6553200" y="4767263"/>
            <a:ext cx="2133600" cy="273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solidFill>
                  <a:schemeClr val="dk1"/>
                </a:solidFill>
              </a:rPr>
              <a:t>‹#›</a:t>
            </a:fld>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pic>
        <p:nvPicPr>
          <p:cNvPr descr="NWU PPT Wide Opt 2_Cover 2.jpg" id="211" name="Google Shape;211;p35"/>
          <p:cNvPicPr preferRelativeResize="0"/>
          <p:nvPr/>
        </p:nvPicPr>
        <p:blipFill rotWithShape="1">
          <a:blip r:embed="rId3">
            <a:alphaModFix/>
          </a:blip>
          <a:srcRect b="0" l="0" r="0" t="0"/>
          <a:stretch/>
        </p:blipFill>
        <p:spPr>
          <a:xfrm>
            <a:off x="0" y="-18925"/>
            <a:ext cx="9144002" cy="5143499"/>
          </a:xfrm>
          <a:prstGeom prst="rect">
            <a:avLst/>
          </a:prstGeom>
          <a:noFill/>
          <a:ln>
            <a:noFill/>
          </a:ln>
        </p:spPr>
      </p:pic>
      <p:sp>
        <p:nvSpPr>
          <p:cNvPr id="212" name="Google Shape;212;p35"/>
          <p:cNvSpPr txBox="1"/>
          <p:nvPr>
            <p:ph idx="1" type="subTitle"/>
          </p:nvPr>
        </p:nvSpPr>
        <p:spPr>
          <a:xfrm>
            <a:off x="474750" y="2227452"/>
            <a:ext cx="4430400" cy="27597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1200"/>
              </a:spcBef>
              <a:spcAft>
                <a:spcPts val="0"/>
              </a:spcAft>
              <a:buClr>
                <a:schemeClr val="dk1"/>
              </a:buClr>
              <a:buSzPct val="53658"/>
              <a:buNone/>
            </a:pPr>
            <a:r>
              <a:rPr b="1" lang="en" sz="2050">
                <a:solidFill>
                  <a:schemeClr val="dk1"/>
                </a:solidFill>
              </a:rPr>
              <a:t>Feature Interactions and Relationships</a:t>
            </a:r>
            <a:endParaRPr sz="2050">
              <a:solidFill>
                <a:schemeClr val="dk1"/>
              </a:solidFill>
            </a:endParaRPr>
          </a:p>
          <a:p>
            <a:pPr indent="0" lvl="0" marL="0" rtl="0" algn="l">
              <a:spcBef>
                <a:spcPts val="1200"/>
              </a:spcBef>
              <a:spcAft>
                <a:spcPts val="0"/>
              </a:spcAft>
              <a:buNone/>
            </a:pPr>
            <a:r>
              <a:rPr b="1" lang="en" sz="1600">
                <a:solidFill>
                  <a:schemeClr val="dk1"/>
                </a:solidFill>
              </a:rPr>
              <a:t>Pairplot Analysis</a:t>
            </a:r>
            <a:endParaRPr b="1" sz="1600">
              <a:solidFill>
                <a:schemeClr val="dk1"/>
              </a:solidFill>
            </a:endParaRPr>
          </a:p>
          <a:p>
            <a:pPr indent="0" lvl="0" marL="0" rtl="0" algn="l">
              <a:spcBef>
                <a:spcPts val="1200"/>
              </a:spcBef>
              <a:spcAft>
                <a:spcPts val="0"/>
              </a:spcAft>
              <a:buNone/>
            </a:pPr>
            <a:r>
              <a:rPr lang="en" sz="1500">
                <a:solidFill>
                  <a:schemeClr val="dk1"/>
                </a:solidFill>
              </a:rPr>
              <a:t>A pairplot was used to visualize multi-variable relationships and feature separability. </a:t>
            </a:r>
            <a:endParaRPr sz="1500">
              <a:solidFill>
                <a:schemeClr val="dk1"/>
              </a:solidFill>
            </a:endParaRPr>
          </a:p>
          <a:p>
            <a:pPr indent="-304165" lvl="0" marL="457200" rtl="0" algn="l">
              <a:lnSpc>
                <a:spcPct val="150000"/>
              </a:lnSpc>
              <a:spcBef>
                <a:spcPts val="1200"/>
              </a:spcBef>
              <a:spcAft>
                <a:spcPts val="0"/>
              </a:spcAft>
              <a:buClr>
                <a:schemeClr val="dk1"/>
              </a:buClr>
              <a:buSzPct val="100000"/>
              <a:buChar char="❏"/>
            </a:pPr>
            <a:r>
              <a:rPr lang="en" sz="1400">
                <a:solidFill>
                  <a:schemeClr val="dk1"/>
                </a:solidFill>
              </a:rPr>
              <a:t>Weight is the strongest predictor of obesity levels.</a:t>
            </a:r>
            <a:endParaRPr sz="1400">
              <a:solidFill>
                <a:schemeClr val="dk1"/>
              </a:solidFill>
            </a:endParaRPr>
          </a:p>
          <a:p>
            <a:pPr indent="-304165" lvl="0" marL="457200" rtl="0" algn="l">
              <a:lnSpc>
                <a:spcPct val="150000"/>
              </a:lnSpc>
              <a:spcBef>
                <a:spcPts val="0"/>
              </a:spcBef>
              <a:spcAft>
                <a:spcPts val="0"/>
              </a:spcAft>
              <a:buClr>
                <a:schemeClr val="dk1"/>
              </a:buClr>
              <a:buSzPct val="100000"/>
              <a:buChar char="❏"/>
            </a:pPr>
            <a:r>
              <a:rPr lang="en" sz="1400">
                <a:solidFill>
                  <a:schemeClr val="dk1"/>
                </a:solidFill>
              </a:rPr>
              <a:t>Individuals with healthier habits, such as frequent vegetable and water intake, tend to have lower obesity levels. </a:t>
            </a:r>
            <a:endParaRPr sz="1400">
              <a:solidFill>
                <a:schemeClr val="dk1"/>
              </a:solidFill>
            </a:endParaRPr>
          </a:p>
          <a:p>
            <a:pPr indent="-304165" lvl="0" marL="457200" rtl="0" algn="l">
              <a:lnSpc>
                <a:spcPct val="150000"/>
              </a:lnSpc>
              <a:spcBef>
                <a:spcPts val="0"/>
              </a:spcBef>
              <a:spcAft>
                <a:spcPts val="0"/>
              </a:spcAft>
              <a:buClr>
                <a:schemeClr val="dk1"/>
              </a:buClr>
              <a:buSzPct val="100000"/>
              <a:buChar char="❏"/>
            </a:pPr>
            <a:r>
              <a:rPr lang="en" sz="1400">
                <a:solidFill>
                  <a:schemeClr val="dk1"/>
                </a:solidFill>
              </a:rPr>
              <a:t>Long screen time and low physical activity are associated with higher obesity risks.</a:t>
            </a:r>
            <a:endParaRPr sz="1200">
              <a:solidFill>
                <a:schemeClr val="dk1"/>
              </a:solidFill>
            </a:endParaRPr>
          </a:p>
        </p:txBody>
      </p:sp>
      <p:sp>
        <p:nvSpPr>
          <p:cNvPr id="213" name="Google Shape;213;p35"/>
          <p:cNvSpPr txBox="1"/>
          <p:nvPr/>
        </p:nvSpPr>
        <p:spPr>
          <a:xfrm>
            <a:off x="8427357" y="5851071"/>
            <a:ext cx="18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35"/>
          <p:cNvSpPr txBox="1"/>
          <p:nvPr/>
        </p:nvSpPr>
        <p:spPr>
          <a:xfrm>
            <a:off x="8010071" y="5751286"/>
            <a:ext cx="184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5" name="Google Shape;215;p35"/>
          <p:cNvSpPr txBox="1"/>
          <p:nvPr>
            <p:ph type="ctrTitle"/>
          </p:nvPr>
        </p:nvSpPr>
        <p:spPr>
          <a:xfrm>
            <a:off x="657275" y="792425"/>
            <a:ext cx="8201100" cy="795900"/>
          </a:xfrm>
          <a:prstGeom prst="rect">
            <a:avLst/>
          </a:prstGeom>
          <a:noFill/>
          <a:ln>
            <a:noFill/>
          </a:ln>
        </p:spPr>
        <p:txBody>
          <a:bodyPr anchorCtr="0" anchor="ctr" bIns="45700" lIns="91425" spcFirstLastPara="1" rIns="91425" wrap="square" tIns="45700">
            <a:normAutofit fontScale="90000"/>
          </a:bodyPr>
          <a:lstStyle/>
          <a:p>
            <a:pPr indent="0" lvl="0" marL="0" rtl="0" algn="r">
              <a:spcBef>
                <a:spcPts val="0"/>
              </a:spcBef>
              <a:spcAft>
                <a:spcPts val="0"/>
              </a:spcAft>
              <a:buClr>
                <a:schemeClr val="dk1"/>
              </a:buClr>
              <a:buSzPct val="166037"/>
              <a:buFont typeface="Arial"/>
              <a:buNone/>
            </a:pPr>
            <a:r>
              <a:rPr lang="en" sz="2650"/>
              <a:t>Exploratory Data Analysis</a:t>
            </a:r>
            <a:endParaRPr sz="2650"/>
          </a:p>
          <a:p>
            <a:pPr indent="0" lvl="0" marL="0" rtl="0" algn="r">
              <a:spcBef>
                <a:spcPts val="0"/>
              </a:spcBef>
              <a:spcAft>
                <a:spcPts val="0"/>
              </a:spcAft>
              <a:buClr>
                <a:srgbClr val="000000"/>
              </a:buClr>
              <a:buSzPct val="157142"/>
              <a:buFont typeface="Arial"/>
              <a:buNone/>
            </a:pPr>
            <a:r>
              <a:t/>
            </a:r>
            <a:endParaRPr>
              <a:solidFill>
                <a:srgbClr val="000000"/>
              </a:solidFill>
            </a:endParaRPr>
          </a:p>
        </p:txBody>
      </p:sp>
      <p:pic>
        <p:nvPicPr>
          <p:cNvPr id="216" name="Google Shape;216;p35"/>
          <p:cNvPicPr preferRelativeResize="0"/>
          <p:nvPr/>
        </p:nvPicPr>
        <p:blipFill>
          <a:blip r:embed="rId4">
            <a:alphaModFix/>
          </a:blip>
          <a:stretch>
            <a:fillRect/>
          </a:stretch>
        </p:blipFill>
        <p:spPr>
          <a:xfrm>
            <a:off x="4973875" y="1653550"/>
            <a:ext cx="3835400" cy="3471026"/>
          </a:xfrm>
          <a:prstGeom prst="rect">
            <a:avLst/>
          </a:prstGeom>
          <a:noFill/>
          <a:ln>
            <a:noFill/>
          </a:ln>
        </p:spPr>
      </p:pic>
      <p:sp>
        <p:nvSpPr>
          <p:cNvPr id="217" name="Google Shape;217;p35"/>
          <p:cNvSpPr txBox="1"/>
          <p:nvPr>
            <p:ph idx="12" type="sldNum"/>
          </p:nvPr>
        </p:nvSpPr>
        <p:spPr>
          <a:xfrm>
            <a:off x="6553200" y="4767263"/>
            <a:ext cx="2133600" cy="273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solidFill>
                  <a:schemeClr val="dk1"/>
                </a:solidFill>
              </a:rPr>
              <a:t>‹#›</a:t>
            </a:fld>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6"/>
          <p:cNvSpPr txBox="1"/>
          <p:nvPr>
            <p:ph type="ctrTitle"/>
          </p:nvPr>
        </p:nvSpPr>
        <p:spPr>
          <a:xfrm>
            <a:off x="504825" y="369096"/>
            <a:ext cx="7772400" cy="39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Arial"/>
              <a:buNone/>
            </a:pPr>
            <a:r>
              <a:rPr lang="en" sz="2400"/>
              <a:t>Data Preparation &amp; Feature Engineering</a:t>
            </a:r>
            <a:endParaRPr sz="2400"/>
          </a:p>
        </p:txBody>
      </p:sp>
      <p:sp>
        <p:nvSpPr>
          <p:cNvPr id="223" name="Google Shape;223;p36"/>
          <p:cNvSpPr txBox="1"/>
          <p:nvPr>
            <p:ph idx="12" type="sldNum"/>
          </p:nvPr>
        </p:nvSpPr>
        <p:spPr>
          <a:xfrm>
            <a:off x="6553200" y="4767263"/>
            <a:ext cx="2133600" cy="273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grpSp>
        <p:nvGrpSpPr>
          <p:cNvPr id="224" name="Google Shape;224;p36"/>
          <p:cNvGrpSpPr/>
          <p:nvPr/>
        </p:nvGrpSpPr>
        <p:grpSpPr>
          <a:xfrm>
            <a:off x="4499863" y="1005576"/>
            <a:ext cx="3679200" cy="3135433"/>
            <a:chOff x="4192863" y="1002150"/>
            <a:chExt cx="3679200" cy="3139200"/>
          </a:xfrm>
        </p:grpSpPr>
        <p:sp>
          <p:nvSpPr>
            <p:cNvPr id="225" name="Google Shape;225;p36"/>
            <p:cNvSpPr/>
            <p:nvPr/>
          </p:nvSpPr>
          <p:spPr>
            <a:xfrm>
              <a:off x="4192863" y="1002150"/>
              <a:ext cx="3679200" cy="3139200"/>
            </a:xfrm>
            <a:prstGeom prst="round2DiagRect">
              <a:avLst>
                <a:gd fmla="val 0" name="adj1"/>
                <a:gd fmla="val 17764" name="adj2"/>
              </a:avLst>
            </a:prstGeom>
            <a:solidFill>
              <a:srgbClr val="5615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26" name="Google Shape;226;p36"/>
            <p:cNvSpPr txBox="1"/>
            <p:nvPr/>
          </p:nvSpPr>
          <p:spPr>
            <a:xfrm>
              <a:off x="4783950" y="1097463"/>
              <a:ext cx="2904300" cy="164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Roboto"/>
                  <a:ea typeface="Roboto"/>
                  <a:cs typeface="Roboto"/>
                  <a:sym typeface="Roboto"/>
                </a:rPr>
                <a:t> Feature Selection Methods</a:t>
              </a:r>
              <a:endParaRPr b="1">
                <a:solidFill>
                  <a:srgbClr val="FFFFFF"/>
                </a:solidFill>
                <a:latin typeface="Roboto"/>
                <a:ea typeface="Roboto"/>
                <a:cs typeface="Roboto"/>
                <a:sym typeface="Roboto"/>
              </a:endParaRPr>
            </a:p>
            <a:p>
              <a:pPr indent="-317500" lvl="0" marL="457200" rtl="0" algn="l">
                <a:spcBef>
                  <a:spcPts val="0"/>
                </a:spcBef>
                <a:spcAft>
                  <a:spcPts val="0"/>
                </a:spcAft>
                <a:buClr>
                  <a:srgbClr val="FFFFFF"/>
                </a:buClr>
                <a:buSzPts val="1400"/>
                <a:buFont typeface="Roboto"/>
                <a:buAutoNum type="arabicPeriod"/>
              </a:pPr>
              <a:r>
                <a:rPr b="1" lang="en">
                  <a:solidFill>
                    <a:srgbClr val="FFFFFF"/>
                  </a:solidFill>
                  <a:latin typeface="Roboto"/>
                  <a:ea typeface="Roboto"/>
                  <a:cs typeface="Roboto"/>
                  <a:sym typeface="Roboto"/>
                </a:rPr>
                <a:t> </a:t>
              </a:r>
              <a:r>
                <a:rPr b="1" lang="en" sz="1200">
                  <a:solidFill>
                    <a:srgbClr val="FFFFFF"/>
                  </a:solidFill>
                  <a:latin typeface="Roboto"/>
                  <a:ea typeface="Roboto"/>
                  <a:cs typeface="Roboto"/>
                  <a:sym typeface="Roboto"/>
                </a:rPr>
                <a:t>Recursive Feature Elimination (RFE)</a:t>
              </a:r>
              <a:endParaRPr b="1" sz="1200">
                <a:solidFill>
                  <a:srgbClr val="FFFFFF"/>
                </a:solidFill>
                <a:latin typeface="Roboto"/>
                <a:ea typeface="Roboto"/>
                <a:cs typeface="Roboto"/>
                <a:sym typeface="Roboto"/>
              </a:endParaRPr>
            </a:p>
            <a:p>
              <a:pPr indent="-304800" lvl="0" marL="457200" rtl="0" algn="l">
                <a:spcBef>
                  <a:spcPts val="0"/>
                </a:spcBef>
                <a:spcAft>
                  <a:spcPts val="0"/>
                </a:spcAft>
                <a:buClr>
                  <a:srgbClr val="FFFFFF"/>
                </a:buClr>
                <a:buSzPts val="1200"/>
                <a:buFont typeface="Roboto"/>
                <a:buAutoNum type="arabicPeriod"/>
              </a:pPr>
              <a:r>
                <a:rPr b="1" lang="en" sz="1200">
                  <a:solidFill>
                    <a:srgbClr val="FFFFFF"/>
                  </a:solidFill>
                  <a:latin typeface="Roboto"/>
                  <a:ea typeface="Roboto"/>
                  <a:cs typeface="Roboto"/>
                  <a:sym typeface="Roboto"/>
                </a:rPr>
                <a:t>SelectKBest (ANOVA F-test)</a:t>
              </a:r>
              <a:endParaRPr b="1" sz="1200">
                <a:solidFill>
                  <a:srgbClr val="FFFFFF"/>
                </a:solidFill>
                <a:latin typeface="Roboto"/>
                <a:ea typeface="Roboto"/>
                <a:cs typeface="Roboto"/>
                <a:sym typeface="Roboto"/>
              </a:endParaRPr>
            </a:p>
            <a:p>
              <a:pPr indent="-304800" lvl="0" marL="457200" rtl="0" algn="l">
                <a:spcBef>
                  <a:spcPts val="0"/>
                </a:spcBef>
                <a:spcAft>
                  <a:spcPts val="0"/>
                </a:spcAft>
                <a:buClr>
                  <a:srgbClr val="FFFFFF"/>
                </a:buClr>
                <a:buSzPts val="1200"/>
                <a:buFont typeface="Roboto"/>
                <a:buAutoNum type="arabicPeriod"/>
              </a:pPr>
              <a:r>
                <a:rPr b="1" lang="en" sz="1200">
                  <a:solidFill>
                    <a:srgbClr val="FFFFFF"/>
                  </a:solidFill>
                  <a:latin typeface="Roboto"/>
                  <a:ea typeface="Roboto"/>
                  <a:cs typeface="Roboto"/>
                  <a:sym typeface="Roboto"/>
                </a:rPr>
                <a:t>LassoCV (L1 Regularization)</a:t>
              </a:r>
              <a:endParaRPr b="1" sz="1200">
                <a:solidFill>
                  <a:srgbClr val="FFFFFF"/>
                </a:solidFill>
                <a:latin typeface="Roboto"/>
                <a:ea typeface="Roboto"/>
                <a:cs typeface="Roboto"/>
                <a:sym typeface="Roboto"/>
              </a:endParaRPr>
            </a:p>
          </p:txBody>
        </p:sp>
        <p:sp>
          <p:nvSpPr>
            <p:cNvPr id="227" name="Google Shape;227;p36"/>
            <p:cNvSpPr txBox="1"/>
            <p:nvPr/>
          </p:nvSpPr>
          <p:spPr>
            <a:xfrm>
              <a:off x="4863375" y="2788743"/>
              <a:ext cx="2763900" cy="112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FFFFFF"/>
                  </a:solidFill>
                  <a:latin typeface="Roboto"/>
                  <a:ea typeface="Roboto"/>
                  <a:cs typeface="Roboto"/>
                  <a:sym typeface="Roboto"/>
                </a:rPr>
                <a:t>Take the common features selected by all three methods.</a:t>
              </a:r>
              <a:endParaRPr sz="1200">
                <a:solidFill>
                  <a:srgbClr val="FFFFFF"/>
                </a:solidFill>
                <a:latin typeface="Roboto"/>
                <a:ea typeface="Roboto"/>
                <a:cs typeface="Roboto"/>
                <a:sym typeface="Roboto"/>
              </a:endParaRPr>
            </a:p>
            <a:p>
              <a:pPr indent="0" lvl="0" marL="0" rtl="0" algn="l">
                <a:lnSpc>
                  <a:spcPct val="115000"/>
                </a:lnSpc>
                <a:spcBef>
                  <a:spcPts val="1600"/>
                </a:spcBef>
                <a:spcAft>
                  <a:spcPts val="1600"/>
                </a:spcAft>
                <a:buNone/>
              </a:pPr>
              <a:r>
                <a:rPr lang="en" sz="1200">
                  <a:solidFill>
                    <a:srgbClr val="FFFFFF"/>
                  </a:solidFill>
                  <a:latin typeface="Roboto"/>
                  <a:ea typeface="Roboto"/>
                  <a:cs typeface="Roboto"/>
                  <a:sym typeface="Roboto"/>
                </a:rPr>
                <a:t>If fewer than 10, supplement with features from the combined selection.</a:t>
              </a:r>
              <a:endParaRPr sz="1200">
                <a:solidFill>
                  <a:srgbClr val="FFFFFF"/>
                </a:solidFill>
                <a:latin typeface="Roboto"/>
                <a:ea typeface="Roboto"/>
                <a:cs typeface="Roboto"/>
                <a:sym typeface="Roboto"/>
              </a:endParaRPr>
            </a:p>
          </p:txBody>
        </p:sp>
      </p:grpSp>
      <p:sp>
        <p:nvSpPr>
          <p:cNvPr id="228" name="Google Shape;228;p36"/>
          <p:cNvSpPr/>
          <p:nvPr/>
        </p:nvSpPr>
        <p:spPr>
          <a:xfrm flipH="1">
            <a:off x="2904744" y="1002509"/>
            <a:ext cx="1944600" cy="1569600"/>
          </a:xfrm>
          <a:prstGeom prst="round2DiagRect">
            <a:avLst>
              <a:gd fmla="val 0" name="adj1"/>
              <a:gd fmla="val 17764" name="adj2"/>
            </a:avLst>
          </a:prstGeom>
          <a:solidFill>
            <a:srgbClr val="77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6"/>
          <p:cNvSpPr/>
          <p:nvPr/>
        </p:nvSpPr>
        <p:spPr>
          <a:xfrm rot="10800000">
            <a:off x="964913" y="1002509"/>
            <a:ext cx="1944600" cy="1569600"/>
          </a:xfrm>
          <a:prstGeom prst="round2DiagRect">
            <a:avLst>
              <a:gd fmla="val 0" name="adj1"/>
              <a:gd fmla="val 17764" name="adj2"/>
            </a:avLst>
          </a:prstGeom>
          <a:solidFill>
            <a:srgbClr val="93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6"/>
          <p:cNvSpPr/>
          <p:nvPr/>
        </p:nvSpPr>
        <p:spPr>
          <a:xfrm flipH="1">
            <a:off x="964913" y="2568538"/>
            <a:ext cx="1944600" cy="1569600"/>
          </a:xfrm>
          <a:prstGeom prst="round2DiagRect">
            <a:avLst>
              <a:gd fmla="val 0" name="adj1"/>
              <a:gd fmla="val 17764" name="adj2"/>
            </a:avLst>
          </a:prstGeom>
          <a:solidFill>
            <a:srgbClr val="77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6"/>
          <p:cNvSpPr/>
          <p:nvPr/>
        </p:nvSpPr>
        <p:spPr>
          <a:xfrm rot="10800000">
            <a:off x="2904744" y="2568538"/>
            <a:ext cx="1944600" cy="1569600"/>
          </a:xfrm>
          <a:prstGeom prst="round2DiagRect">
            <a:avLst>
              <a:gd fmla="val 0" name="adj1"/>
              <a:gd fmla="val 17764" name="adj2"/>
            </a:avLst>
          </a:prstGeom>
          <a:solidFill>
            <a:srgbClr val="93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2" name="Google Shape;232;p36"/>
          <p:cNvGrpSpPr/>
          <p:nvPr/>
        </p:nvGrpSpPr>
        <p:grpSpPr>
          <a:xfrm>
            <a:off x="2741693" y="2407246"/>
            <a:ext cx="334125" cy="334078"/>
            <a:chOff x="3157188" y="909150"/>
            <a:chExt cx="470400" cy="470400"/>
          </a:xfrm>
        </p:grpSpPr>
        <p:sp>
          <p:nvSpPr>
            <p:cNvPr id="233" name="Google Shape;233;p36"/>
            <p:cNvSpPr/>
            <p:nvPr/>
          </p:nvSpPr>
          <p:spPr>
            <a:xfrm>
              <a:off x="3157188" y="909150"/>
              <a:ext cx="470400" cy="4704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6"/>
            <p:cNvSpPr/>
            <p:nvPr/>
          </p:nvSpPr>
          <p:spPr>
            <a:xfrm>
              <a:off x="3243138" y="995100"/>
              <a:ext cx="298500" cy="298500"/>
            </a:xfrm>
            <a:prstGeom prst="mathPlus">
              <a:avLst>
                <a:gd fmla="val 9900" name="adj1"/>
              </a:avLst>
            </a:prstGeom>
            <a:solidFill>
              <a:srgbClr val="77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5" name="Google Shape;235;p36"/>
          <p:cNvSpPr txBox="1"/>
          <p:nvPr/>
        </p:nvSpPr>
        <p:spPr>
          <a:xfrm>
            <a:off x="1290000" y="1557344"/>
            <a:ext cx="1451700" cy="45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Roboto"/>
                <a:ea typeface="Roboto"/>
                <a:cs typeface="Roboto"/>
                <a:sym typeface="Roboto"/>
              </a:rPr>
              <a:t>Missing Values Check</a:t>
            </a:r>
            <a:endParaRPr b="1">
              <a:solidFill>
                <a:srgbClr val="FFFFFF"/>
              </a:solidFill>
              <a:latin typeface="Roboto"/>
              <a:ea typeface="Roboto"/>
              <a:cs typeface="Roboto"/>
              <a:sym typeface="Roboto"/>
            </a:endParaRPr>
          </a:p>
        </p:txBody>
      </p:sp>
      <p:sp>
        <p:nvSpPr>
          <p:cNvPr id="236" name="Google Shape;236;p36"/>
          <p:cNvSpPr txBox="1"/>
          <p:nvPr/>
        </p:nvSpPr>
        <p:spPr>
          <a:xfrm>
            <a:off x="3314088" y="1436144"/>
            <a:ext cx="1451700" cy="45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Roboto"/>
                <a:ea typeface="Roboto"/>
                <a:cs typeface="Roboto"/>
                <a:sym typeface="Roboto"/>
              </a:rPr>
              <a:t>Encoding Categorical Variables</a:t>
            </a:r>
            <a:endParaRPr b="1">
              <a:solidFill>
                <a:srgbClr val="FFFFFF"/>
              </a:solidFill>
              <a:latin typeface="Roboto"/>
              <a:ea typeface="Roboto"/>
              <a:cs typeface="Roboto"/>
              <a:sym typeface="Roboto"/>
            </a:endParaRPr>
          </a:p>
        </p:txBody>
      </p:sp>
      <p:sp>
        <p:nvSpPr>
          <p:cNvPr id="237" name="Google Shape;237;p36"/>
          <p:cNvSpPr txBox="1"/>
          <p:nvPr/>
        </p:nvSpPr>
        <p:spPr>
          <a:xfrm>
            <a:off x="1407750" y="2983998"/>
            <a:ext cx="1451700" cy="45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Roboto"/>
                <a:ea typeface="Roboto"/>
                <a:cs typeface="Roboto"/>
                <a:sym typeface="Roboto"/>
              </a:rPr>
              <a:t>Standardize Numerical Features</a:t>
            </a:r>
            <a:endParaRPr b="1">
              <a:solidFill>
                <a:srgbClr val="FFFFFF"/>
              </a:solidFill>
              <a:latin typeface="Roboto"/>
              <a:ea typeface="Roboto"/>
              <a:cs typeface="Roboto"/>
              <a:sym typeface="Roboto"/>
            </a:endParaRPr>
          </a:p>
        </p:txBody>
      </p:sp>
      <p:sp>
        <p:nvSpPr>
          <p:cNvPr id="238" name="Google Shape;238;p36"/>
          <p:cNvSpPr txBox="1"/>
          <p:nvPr/>
        </p:nvSpPr>
        <p:spPr>
          <a:xfrm>
            <a:off x="3314088" y="2983998"/>
            <a:ext cx="1451700" cy="45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Roboto"/>
                <a:ea typeface="Roboto"/>
                <a:cs typeface="Roboto"/>
                <a:sym typeface="Roboto"/>
              </a:rPr>
              <a:t>Create New </a:t>
            </a:r>
            <a:r>
              <a:rPr b="1" lang="en">
                <a:solidFill>
                  <a:srgbClr val="FFFFFF"/>
                </a:solidFill>
                <a:latin typeface="Roboto"/>
                <a:ea typeface="Roboto"/>
                <a:cs typeface="Roboto"/>
                <a:sym typeface="Roboto"/>
              </a:rPr>
              <a:t>Feature </a:t>
            </a:r>
            <a:r>
              <a:rPr b="1" lang="en">
                <a:solidFill>
                  <a:srgbClr val="FFFFFF"/>
                </a:solidFill>
                <a:latin typeface="Roboto"/>
                <a:ea typeface="Roboto"/>
                <a:cs typeface="Roboto"/>
                <a:sym typeface="Roboto"/>
              </a:rPr>
              <a:t>Obesity_Risk</a:t>
            </a:r>
            <a:endParaRPr>
              <a:solidFill>
                <a:srgbClr val="FFFFFF"/>
              </a:solidFill>
              <a:latin typeface="Roboto"/>
              <a:ea typeface="Roboto"/>
              <a:cs typeface="Roboto"/>
              <a:sym typeface="Roboto"/>
            </a:endParaRPr>
          </a:p>
        </p:txBody>
      </p:sp>
      <p:sp>
        <p:nvSpPr>
          <p:cNvPr id="239" name="Google Shape;239;p36"/>
          <p:cNvSpPr/>
          <p:nvPr/>
        </p:nvSpPr>
        <p:spPr>
          <a:xfrm>
            <a:off x="6097975" y="2377788"/>
            <a:ext cx="834600" cy="3930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7"/>
          <p:cNvSpPr txBox="1"/>
          <p:nvPr>
            <p:ph type="ctrTitle"/>
          </p:nvPr>
        </p:nvSpPr>
        <p:spPr>
          <a:xfrm>
            <a:off x="301475" y="294450"/>
            <a:ext cx="8375400" cy="39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Arial"/>
              <a:buNone/>
            </a:pPr>
            <a:r>
              <a:rPr lang="en" sz="2400"/>
              <a:t>Methodology &amp; Modeling</a:t>
            </a:r>
            <a:endParaRPr sz="2400"/>
          </a:p>
        </p:txBody>
      </p:sp>
      <p:sp>
        <p:nvSpPr>
          <p:cNvPr id="245" name="Google Shape;245;p37"/>
          <p:cNvSpPr txBox="1"/>
          <p:nvPr>
            <p:ph idx="12" type="sldNum"/>
          </p:nvPr>
        </p:nvSpPr>
        <p:spPr>
          <a:xfrm>
            <a:off x="6543275" y="4777888"/>
            <a:ext cx="2133600" cy="273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grpSp>
        <p:nvGrpSpPr>
          <p:cNvPr id="246" name="Google Shape;246;p37"/>
          <p:cNvGrpSpPr/>
          <p:nvPr/>
        </p:nvGrpSpPr>
        <p:grpSpPr>
          <a:xfrm>
            <a:off x="235150" y="1889838"/>
            <a:ext cx="4838425" cy="2713963"/>
            <a:chOff x="997150" y="594438"/>
            <a:chExt cx="4838425" cy="2713963"/>
          </a:xfrm>
        </p:grpSpPr>
        <p:sp>
          <p:nvSpPr>
            <p:cNvPr id="247" name="Google Shape;247;p37"/>
            <p:cNvSpPr/>
            <p:nvPr/>
          </p:nvSpPr>
          <p:spPr>
            <a:xfrm>
              <a:off x="997150" y="1583925"/>
              <a:ext cx="2675400" cy="572700"/>
            </a:xfrm>
            <a:prstGeom prst="rect">
              <a:avLst/>
            </a:prstGeom>
            <a:solidFill>
              <a:srgbClr val="7030A0"/>
            </a:solidFill>
            <a:ln cap="flat" cmpd="sng" w="9525">
              <a:solidFill>
                <a:srgbClr val="7030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a:p>
              <a:pPr indent="0" lvl="0" marL="0" rtl="0" algn="ctr">
                <a:spcBef>
                  <a:spcPts val="0"/>
                </a:spcBef>
                <a:spcAft>
                  <a:spcPts val="0"/>
                </a:spcAft>
                <a:buNone/>
              </a:pPr>
              <a:r>
                <a:rPr b="1" lang="en">
                  <a:solidFill>
                    <a:schemeClr val="lt1"/>
                  </a:solidFill>
                </a:rPr>
                <a:t>Hyperparameter Tuning</a:t>
              </a:r>
              <a:endParaRPr b="1" sz="1050">
                <a:solidFill>
                  <a:srgbClr val="008000"/>
                </a:solidFill>
                <a:highlight>
                  <a:srgbClr val="F7F7F7"/>
                </a:highlight>
                <a:latin typeface="Courier New"/>
                <a:ea typeface="Courier New"/>
                <a:cs typeface="Courier New"/>
                <a:sym typeface="Courier New"/>
              </a:endParaRPr>
            </a:p>
            <a:p>
              <a:pPr indent="0" lvl="0" marL="0" rtl="0" algn="l">
                <a:spcBef>
                  <a:spcPts val="0"/>
                </a:spcBef>
                <a:spcAft>
                  <a:spcPts val="0"/>
                </a:spcAft>
                <a:buNone/>
              </a:pPr>
              <a:r>
                <a:t/>
              </a:r>
              <a:endParaRPr/>
            </a:p>
          </p:txBody>
        </p:sp>
        <p:sp>
          <p:nvSpPr>
            <p:cNvPr id="248" name="Google Shape;248;p37"/>
            <p:cNvSpPr/>
            <p:nvPr/>
          </p:nvSpPr>
          <p:spPr>
            <a:xfrm>
              <a:off x="997150" y="594438"/>
              <a:ext cx="2675400" cy="572700"/>
            </a:xfrm>
            <a:prstGeom prst="rect">
              <a:avLst/>
            </a:prstGeom>
            <a:solidFill>
              <a:srgbClr val="7030A0"/>
            </a:solidFill>
            <a:ln cap="flat" cmpd="sng" w="9525">
              <a:solidFill>
                <a:srgbClr val="7030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rPr>
                <a:t>Baseline Model</a:t>
              </a:r>
              <a:endParaRPr b="1">
                <a:solidFill>
                  <a:schemeClr val="lt1"/>
                </a:solidFill>
              </a:endParaRPr>
            </a:p>
          </p:txBody>
        </p:sp>
        <p:sp>
          <p:nvSpPr>
            <p:cNvPr id="249" name="Google Shape;249;p37"/>
            <p:cNvSpPr/>
            <p:nvPr/>
          </p:nvSpPr>
          <p:spPr>
            <a:xfrm>
              <a:off x="997150" y="2573400"/>
              <a:ext cx="2675400" cy="735000"/>
            </a:xfrm>
            <a:prstGeom prst="rect">
              <a:avLst/>
            </a:prstGeom>
            <a:solidFill>
              <a:srgbClr val="7030A0"/>
            </a:solidFill>
            <a:ln cap="flat" cmpd="sng" w="9525">
              <a:solidFill>
                <a:srgbClr val="7030A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a:p>
              <a:pPr indent="0" lvl="0" marL="0" rtl="0" algn="ctr">
                <a:lnSpc>
                  <a:spcPct val="135714"/>
                </a:lnSpc>
                <a:spcBef>
                  <a:spcPts val="0"/>
                </a:spcBef>
                <a:spcAft>
                  <a:spcPts val="0"/>
                </a:spcAft>
                <a:buNone/>
              </a:pPr>
              <a:r>
                <a:rPr b="1" lang="en">
                  <a:solidFill>
                    <a:schemeClr val="lt1"/>
                  </a:solidFill>
                </a:rPr>
                <a:t>Evaluate the Optimized Model</a:t>
              </a:r>
              <a:endParaRPr b="1" sz="1050">
                <a:solidFill>
                  <a:srgbClr val="008000"/>
                </a:solidFill>
                <a:highlight>
                  <a:srgbClr val="F7F7F7"/>
                </a:highlight>
                <a:latin typeface="Courier New"/>
                <a:ea typeface="Courier New"/>
                <a:cs typeface="Courier New"/>
                <a:sym typeface="Courier New"/>
              </a:endParaRPr>
            </a:p>
            <a:p>
              <a:pPr indent="0" lvl="0" marL="0" rtl="0" algn="l">
                <a:spcBef>
                  <a:spcPts val="0"/>
                </a:spcBef>
                <a:spcAft>
                  <a:spcPts val="0"/>
                </a:spcAft>
                <a:buNone/>
              </a:pPr>
              <a:r>
                <a:t/>
              </a:r>
              <a:endParaRPr/>
            </a:p>
          </p:txBody>
        </p:sp>
        <p:cxnSp>
          <p:nvCxnSpPr>
            <p:cNvPr id="250" name="Google Shape;250;p37"/>
            <p:cNvCxnSpPr>
              <a:stCxn id="251" idx="1"/>
              <a:endCxn id="248" idx="3"/>
            </p:cNvCxnSpPr>
            <p:nvPr/>
          </p:nvCxnSpPr>
          <p:spPr>
            <a:xfrm rot="10800000">
              <a:off x="3672575" y="880800"/>
              <a:ext cx="529200" cy="0"/>
            </a:xfrm>
            <a:prstGeom prst="straightConnector1">
              <a:avLst/>
            </a:prstGeom>
            <a:noFill/>
            <a:ln cap="flat" cmpd="sng" w="9525">
              <a:solidFill>
                <a:srgbClr val="7030A0"/>
              </a:solidFill>
              <a:prstDash val="solid"/>
              <a:round/>
              <a:headEnd len="sm" w="sm" type="none"/>
              <a:tailEnd len="sm" w="sm" type="triangle"/>
            </a:ln>
          </p:spPr>
        </p:cxnSp>
        <p:sp>
          <p:nvSpPr>
            <p:cNvPr id="252" name="Google Shape;252;p37"/>
            <p:cNvSpPr/>
            <p:nvPr/>
          </p:nvSpPr>
          <p:spPr>
            <a:xfrm>
              <a:off x="4201775" y="1607625"/>
              <a:ext cx="1633800" cy="525300"/>
            </a:xfrm>
            <a:prstGeom prst="rect">
              <a:avLst/>
            </a:prstGeom>
            <a:solidFill>
              <a:srgbClr val="7030A0"/>
            </a:solidFill>
            <a:ln cap="flat" cmpd="sng" w="9525">
              <a:solidFill>
                <a:srgbClr val="7030A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b="1" lang="en">
                  <a:solidFill>
                    <a:schemeClr val="lt1"/>
                  </a:solidFill>
                </a:rPr>
                <a:t>Cross-Validation</a:t>
              </a:r>
              <a:endParaRPr/>
            </a:p>
          </p:txBody>
        </p:sp>
        <p:cxnSp>
          <p:nvCxnSpPr>
            <p:cNvPr id="253" name="Google Shape;253;p37"/>
            <p:cNvCxnSpPr>
              <a:stCxn id="252" idx="1"/>
              <a:endCxn id="247" idx="3"/>
            </p:cNvCxnSpPr>
            <p:nvPr/>
          </p:nvCxnSpPr>
          <p:spPr>
            <a:xfrm rot="10800000">
              <a:off x="3672575" y="1870275"/>
              <a:ext cx="529200" cy="0"/>
            </a:xfrm>
            <a:prstGeom prst="straightConnector1">
              <a:avLst/>
            </a:prstGeom>
            <a:noFill/>
            <a:ln cap="flat" cmpd="sng" w="9525">
              <a:solidFill>
                <a:srgbClr val="7030A0"/>
              </a:solidFill>
              <a:prstDash val="solid"/>
              <a:round/>
              <a:headEnd len="sm" w="sm" type="none"/>
              <a:tailEnd len="sm" w="sm" type="triangle"/>
            </a:ln>
          </p:spPr>
        </p:cxnSp>
        <p:cxnSp>
          <p:nvCxnSpPr>
            <p:cNvPr id="254" name="Google Shape;254;p37"/>
            <p:cNvCxnSpPr>
              <a:stCxn id="248" idx="2"/>
              <a:endCxn id="247" idx="0"/>
            </p:cNvCxnSpPr>
            <p:nvPr/>
          </p:nvCxnSpPr>
          <p:spPr>
            <a:xfrm>
              <a:off x="2334850" y="1167138"/>
              <a:ext cx="0" cy="416700"/>
            </a:xfrm>
            <a:prstGeom prst="straightConnector1">
              <a:avLst/>
            </a:prstGeom>
            <a:noFill/>
            <a:ln cap="flat" cmpd="sng" w="9525">
              <a:solidFill>
                <a:srgbClr val="7030A0"/>
              </a:solidFill>
              <a:prstDash val="solid"/>
              <a:round/>
              <a:headEnd len="sm" w="sm" type="none"/>
              <a:tailEnd len="sm" w="sm" type="triangle"/>
            </a:ln>
          </p:spPr>
        </p:cxnSp>
        <p:cxnSp>
          <p:nvCxnSpPr>
            <p:cNvPr id="255" name="Google Shape;255;p37"/>
            <p:cNvCxnSpPr>
              <a:stCxn id="247" idx="2"/>
              <a:endCxn id="249" idx="0"/>
            </p:cNvCxnSpPr>
            <p:nvPr/>
          </p:nvCxnSpPr>
          <p:spPr>
            <a:xfrm>
              <a:off x="2334850" y="2156625"/>
              <a:ext cx="0" cy="416700"/>
            </a:xfrm>
            <a:prstGeom prst="straightConnector1">
              <a:avLst/>
            </a:prstGeom>
            <a:noFill/>
            <a:ln cap="flat" cmpd="sng" w="9525">
              <a:solidFill>
                <a:srgbClr val="7030A0"/>
              </a:solidFill>
              <a:prstDash val="solid"/>
              <a:round/>
              <a:headEnd len="sm" w="sm" type="none"/>
              <a:tailEnd len="sm" w="sm" type="triangle"/>
            </a:ln>
          </p:spPr>
        </p:cxnSp>
        <p:sp>
          <p:nvSpPr>
            <p:cNvPr id="251" name="Google Shape;251;p37"/>
            <p:cNvSpPr/>
            <p:nvPr/>
          </p:nvSpPr>
          <p:spPr>
            <a:xfrm>
              <a:off x="4201775" y="618150"/>
              <a:ext cx="1633800" cy="525300"/>
            </a:xfrm>
            <a:prstGeom prst="rect">
              <a:avLst/>
            </a:prstGeom>
            <a:solidFill>
              <a:srgbClr val="7030A0"/>
            </a:solidFill>
            <a:ln cap="flat" cmpd="sng" w="9525">
              <a:solidFill>
                <a:srgbClr val="7030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lt1"/>
                  </a:solidFill>
                </a:rPr>
                <a:t>Cross-Validation</a:t>
              </a:r>
              <a:endParaRPr/>
            </a:p>
          </p:txBody>
        </p:sp>
      </p:grpSp>
      <p:grpSp>
        <p:nvGrpSpPr>
          <p:cNvPr id="256" name="Google Shape;256;p37"/>
          <p:cNvGrpSpPr/>
          <p:nvPr/>
        </p:nvGrpSpPr>
        <p:grpSpPr>
          <a:xfrm>
            <a:off x="5276825" y="1344000"/>
            <a:ext cx="3680100" cy="3317275"/>
            <a:chOff x="5333300" y="1103800"/>
            <a:chExt cx="3680100" cy="3317275"/>
          </a:xfrm>
        </p:grpSpPr>
        <p:sp>
          <p:nvSpPr>
            <p:cNvPr id="257" name="Google Shape;257;p37"/>
            <p:cNvSpPr txBox="1"/>
            <p:nvPr/>
          </p:nvSpPr>
          <p:spPr>
            <a:xfrm>
              <a:off x="5333300" y="1103800"/>
              <a:ext cx="3000000" cy="354000"/>
            </a:xfrm>
            <a:prstGeom prst="rect">
              <a:avLst/>
            </a:prstGeom>
            <a:solidFill>
              <a:srgbClr val="701C7F"/>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100">
                  <a:solidFill>
                    <a:schemeClr val="lt1"/>
                  </a:solidFill>
                </a:rPr>
                <a:t>Logistic Regression ❌❌ Low Accuracy</a:t>
              </a:r>
              <a:endParaRPr b="1" sz="1100">
                <a:solidFill>
                  <a:schemeClr val="lt1"/>
                </a:solidFill>
              </a:endParaRPr>
            </a:p>
          </p:txBody>
        </p:sp>
        <p:sp>
          <p:nvSpPr>
            <p:cNvPr id="258" name="Google Shape;258;p37"/>
            <p:cNvSpPr txBox="1"/>
            <p:nvPr/>
          </p:nvSpPr>
          <p:spPr>
            <a:xfrm>
              <a:off x="5333300" y="1610575"/>
              <a:ext cx="3000000" cy="354000"/>
            </a:xfrm>
            <a:prstGeom prst="rect">
              <a:avLst/>
            </a:prstGeom>
            <a:solidFill>
              <a:srgbClr val="701C7F"/>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100">
                  <a:solidFill>
                    <a:schemeClr val="lt1"/>
                  </a:solidFill>
                </a:rPr>
                <a:t>SVM, Support Vector Machine</a:t>
              </a:r>
              <a:endParaRPr b="1" sz="1100">
                <a:solidFill>
                  <a:schemeClr val="lt1"/>
                </a:solidFill>
              </a:endParaRPr>
            </a:p>
          </p:txBody>
        </p:sp>
        <p:sp>
          <p:nvSpPr>
            <p:cNvPr id="259" name="Google Shape;259;p37"/>
            <p:cNvSpPr txBox="1"/>
            <p:nvPr/>
          </p:nvSpPr>
          <p:spPr>
            <a:xfrm>
              <a:off x="5333300" y="2117350"/>
              <a:ext cx="3000000" cy="354000"/>
            </a:xfrm>
            <a:prstGeom prst="rect">
              <a:avLst/>
            </a:prstGeom>
            <a:solidFill>
              <a:srgbClr val="701C7F"/>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100">
                  <a:solidFill>
                    <a:schemeClr val="lt1"/>
                  </a:solidFill>
                </a:rPr>
                <a:t>Random Forest, RF</a:t>
              </a:r>
              <a:endParaRPr b="1" sz="1100">
                <a:solidFill>
                  <a:schemeClr val="lt1"/>
                </a:solidFill>
              </a:endParaRPr>
            </a:p>
          </p:txBody>
        </p:sp>
        <p:sp>
          <p:nvSpPr>
            <p:cNvPr id="260" name="Google Shape;260;p37"/>
            <p:cNvSpPr txBox="1"/>
            <p:nvPr/>
          </p:nvSpPr>
          <p:spPr>
            <a:xfrm>
              <a:off x="5333300" y="2624125"/>
              <a:ext cx="3000000" cy="354000"/>
            </a:xfrm>
            <a:prstGeom prst="rect">
              <a:avLst/>
            </a:prstGeom>
            <a:solidFill>
              <a:srgbClr val="701C7F"/>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100">
                  <a:solidFill>
                    <a:schemeClr val="lt1"/>
                  </a:solidFill>
                </a:rPr>
                <a:t>Gradient Boosting</a:t>
              </a:r>
              <a:endParaRPr b="1" sz="1100">
                <a:solidFill>
                  <a:schemeClr val="lt1"/>
                </a:solidFill>
              </a:endParaRPr>
            </a:p>
          </p:txBody>
        </p:sp>
        <p:sp>
          <p:nvSpPr>
            <p:cNvPr id="261" name="Google Shape;261;p37"/>
            <p:cNvSpPr txBox="1"/>
            <p:nvPr/>
          </p:nvSpPr>
          <p:spPr>
            <a:xfrm>
              <a:off x="5333300" y="3171288"/>
              <a:ext cx="3680100" cy="354000"/>
            </a:xfrm>
            <a:prstGeom prst="rect">
              <a:avLst/>
            </a:prstGeom>
            <a:solidFill>
              <a:srgbClr val="701C7F"/>
            </a:solidFill>
            <a:ln>
              <a:noFill/>
            </a:ln>
          </p:spPr>
          <p:txBody>
            <a:bodyPr anchorCtr="0" anchor="t" bIns="91425" lIns="91425" spcFirstLastPara="1" rIns="91425" wrap="square" tIns="91425">
              <a:spAutoFit/>
            </a:bodyPr>
            <a:lstStyle/>
            <a:p>
              <a:pPr indent="0" lvl="0" marL="0" rtl="0" algn="l">
                <a:lnSpc>
                  <a:spcPct val="115000"/>
                </a:lnSpc>
                <a:spcBef>
                  <a:spcPts val="900"/>
                </a:spcBef>
                <a:spcAft>
                  <a:spcPts val="900"/>
                </a:spcAft>
                <a:buNone/>
              </a:pPr>
              <a:r>
                <a:rPr b="1" lang="en" sz="1100">
                  <a:solidFill>
                    <a:schemeClr val="lt1"/>
                  </a:solidFill>
                </a:rPr>
                <a:t>Neural Network Model：MLP, Multi-layer Perceptron</a:t>
              </a:r>
              <a:endParaRPr sz="1750">
                <a:solidFill>
                  <a:schemeClr val="lt1"/>
                </a:solidFill>
                <a:highlight>
                  <a:srgbClr val="FFFFFF"/>
                </a:highlight>
                <a:latin typeface="Roboto"/>
                <a:ea typeface="Roboto"/>
                <a:cs typeface="Roboto"/>
                <a:sym typeface="Roboto"/>
              </a:endParaRPr>
            </a:p>
          </p:txBody>
        </p:sp>
        <p:sp>
          <p:nvSpPr>
            <p:cNvPr id="262" name="Google Shape;262;p37"/>
            <p:cNvSpPr txBox="1"/>
            <p:nvPr/>
          </p:nvSpPr>
          <p:spPr>
            <a:xfrm>
              <a:off x="5333300" y="3718475"/>
              <a:ext cx="3680100" cy="702600"/>
            </a:xfrm>
            <a:prstGeom prst="rect">
              <a:avLst/>
            </a:prstGeom>
            <a:solidFill>
              <a:srgbClr val="701C7F"/>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lt1"/>
                  </a:solidFill>
                </a:rPr>
                <a:t>Deep Neural Network with Multi-Layer Perceptron</a:t>
              </a:r>
              <a:endParaRPr b="1" sz="1100">
                <a:solidFill>
                  <a:schemeClr val="lt1"/>
                </a:solidFill>
              </a:endParaRPr>
            </a:p>
            <a:p>
              <a:pPr indent="0" lvl="0" marL="0" rtl="0" algn="l">
                <a:lnSpc>
                  <a:spcPct val="115000"/>
                </a:lnSpc>
                <a:spcBef>
                  <a:spcPts val="1200"/>
                </a:spcBef>
                <a:spcAft>
                  <a:spcPts val="1200"/>
                </a:spcAft>
                <a:buNone/>
              </a:pPr>
              <a:r>
                <a:rPr b="1" lang="en" sz="1100">
                  <a:solidFill>
                    <a:schemeClr val="lt1"/>
                  </a:solidFill>
                </a:rPr>
                <a:t>More Hidden Layers</a:t>
              </a:r>
              <a:endParaRPr b="1" sz="1100">
                <a:solidFill>
                  <a:schemeClr val="lt1"/>
                </a:solidFill>
              </a:endParaRPr>
            </a:p>
          </p:txBody>
        </p:sp>
      </p:grpSp>
      <p:sp>
        <p:nvSpPr>
          <p:cNvPr id="263" name="Google Shape;263;p37"/>
          <p:cNvSpPr txBox="1"/>
          <p:nvPr/>
        </p:nvSpPr>
        <p:spPr>
          <a:xfrm>
            <a:off x="235150" y="798125"/>
            <a:ext cx="4901400" cy="400200"/>
          </a:xfrm>
          <a:prstGeom prst="rect">
            <a:avLst/>
          </a:prstGeom>
          <a:solidFill>
            <a:srgbClr val="AE7AC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Tooling:Anaconda                   Hardware:CPU</a:t>
            </a:r>
            <a:endParaRPr b="1">
              <a:solidFill>
                <a:schemeClr val="lt1"/>
              </a:solidFill>
            </a:endParaRPr>
          </a:p>
        </p:txBody>
      </p:sp>
      <p:sp>
        <p:nvSpPr>
          <p:cNvPr id="264" name="Google Shape;264;p37"/>
          <p:cNvSpPr txBox="1"/>
          <p:nvPr/>
        </p:nvSpPr>
        <p:spPr>
          <a:xfrm>
            <a:off x="235150" y="1344000"/>
            <a:ext cx="4901400" cy="400200"/>
          </a:xfrm>
          <a:prstGeom prst="rect">
            <a:avLst/>
          </a:prstGeom>
          <a:solidFill>
            <a:srgbClr val="AE7AC4"/>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a:solidFill>
                  <a:schemeClr val="lt1"/>
                </a:solidFill>
              </a:rPr>
              <a:t>Steps for Model Training               </a:t>
            </a:r>
            <a:endParaRPr b="1">
              <a:solidFill>
                <a:schemeClr val="lt1"/>
              </a:solidFill>
            </a:endParaRPr>
          </a:p>
        </p:txBody>
      </p:sp>
      <p:sp>
        <p:nvSpPr>
          <p:cNvPr id="265" name="Google Shape;265;p37"/>
          <p:cNvSpPr txBox="1"/>
          <p:nvPr/>
        </p:nvSpPr>
        <p:spPr>
          <a:xfrm>
            <a:off x="5276825" y="777525"/>
            <a:ext cx="2910000" cy="400200"/>
          </a:xfrm>
          <a:prstGeom prst="rect">
            <a:avLst/>
          </a:prstGeom>
          <a:solidFill>
            <a:srgbClr val="AE7AC4"/>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rPr>
              <a:t>Model Selection</a:t>
            </a:r>
            <a:endParaRPr b="1">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8"/>
          <p:cNvSpPr txBox="1"/>
          <p:nvPr>
            <p:ph type="ctrTitle"/>
          </p:nvPr>
        </p:nvSpPr>
        <p:spPr>
          <a:xfrm>
            <a:off x="321200" y="274700"/>
            <a:ext cx="8375400" cy="39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Arial"/>
              <a:buNone/>
            </a:pPr>
            <a:r>
              <a:rPr lang="en" sz="2400"/>
              <a:t>Model Performance</a:t>
            </a:r>
            <a:endParaRPr sz="2400"/>
          </a:p>
        </p:txBody>
      </p:sp>
      <p:sp>
        <p:nvSpPr>
          <p:cNvPr id="271" name="Google Shape;271;p38"/>
          <p:cNvSpPr txBox="1"/>
          <p:nvPr>
            <p:ph idx="12" type="sldNum"/>
          </p:nvPr>
        </p:nvSpPr>
        <p:spPr>
          <a:xfrm>
            <a:off x="6563000" y="4777888"/>
            <a:ext cx="2133600" cy="273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272" name="Google Shape;272;p38"/>
          <p:cNvSpPr txBox="1"/>
          <p:nvPr/>
        </p:nvSpPr>
        <p:spPr>
          <a:xfrm>
            <a:off x="858925" y="3595275"/>
            <a:ext cx="7575000" cy="70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100">
                <a:solidFill>
                  <a:schemeClr val="dk1"/>
                </a:solidFill>
              </a:rPr>
              <a:t>MLP</a:t>
            </a:r>
            <a:r>
              <a:rPr b="1" lang="en" sz="1100">
                <a:solidFill>
                  <a:schemeClr val="dk1"/>
                </a:solidFill>
              </a:rPr>
              <a:t> achieved the highest accuracy (</a:t>
            </a:r>
            <a:r>
              <a:rPr b="1" lang="en" sz="1100">
                <a:solidFill>
                  <a:schemeClr val="dk1"/>
                </a:solidFill>
              </a:rPr>
              <a:t>0.9764</a:t>
            </a:r>
            <a:r>
              <a:rPr b="1" lang="en" sz="1100">
                <a:solidFill>
                  <a:schemeClr val="dk1"/>
                </a:solidFill>
              </a:rPr>
              <a:t>), making it the best-performing model in this evaluation. </a:t>
            </a:r>
            <a:r>
              <a:rPr b="1" lang="en" sz="1100">
                <a:solidFill>
                  <a:schemeClr val="dk1"/>
                </a:solidFill>
              </a:rPr>
              <a:t>👍👍👍</a:t>
            </a:r>
            <a:endParaRPr b="1" sz="1100">
              <a:solidFill>
                <a:schemeClr val="dk1"/>
              </a:solidFill>
            </a:endParaRPr>
          </a:p>
          <a:p>
            <a:pPr indent="0" lvl="0" marL="0" rtl="0" algn="l">
              <a:lnSpc>
                <a:spcPct val="115000"/>
              </a:lnSpc>
              <a:spcBef>
                <a:spcPts val="1200"/>
              </a:spcBef>
              <a:spcAft>
                <a:spcPts val="1200"/>
              </a:spcAft>
              <a:buNone/>
            </a:pPr>
            <a:r>
              <a:rPr b="1" lang="en" sz="1100">
                <a:solidFill>
                  <a:schemeClr val="dk1"/>
                </a:solidFill>
              </a:rPr>
              <a:t>SVM</a:t>
            </a:r>
            <a:r>
              <a:rPr b="1" lang="en" sz="1100">
                <a:solidFill>
                  <a:schemeClr val="dk1"/>
                </a:solidFill>
              </a:rPr>
              <a:t> and </a:t>
            </a:r>
            <a:r>
              <a:rPr b="1" lang="en" sz="1100">
                <a:solidFill>
                  <a:schemeClr val="dk1"/>
                </a:solidFill>
              </a:rPr>
              <a:t>Gradient Boosting</a:t>
            </a:r>
            <a:r>
              <a:rPr b="1" lang="en" sz="1100">
                <a:solidFill>
                  <a:schemeClr val="dk1"/>
                </a:solidFill>
              </a:rPr>
              <a:t> also performed exceptionally well, with </a:t>
            </a:r>
            <a:r>
              <a:rPr b="1" lang="en" sz="1100">
                <a:solidFill>
                  <a:schemeClr val="dk1"/>
                </a:solidFill>
              </a:rPr>
              <a:t>0.9669</a:t>
            </a:r>
            <a:r>
              <a:rPr b="1" lang="en" sz="1100">
                <a:solidFill>
                  <a:schemeClr val="dk1"/>
                </a:solidFill>
              </a:rPr>
              <a:t> and </a:t>
            </a:r>
            <a:r>
              <a:rPr b="1" lang="en" sz="1100">
                <a:solidFill>
                  <a:schemeClr val="dk1"/>
                </a:solidFill>
              </a:rPr>
              <a:t>0.9622</a:t>
            </a:r>
            <a:r>
              <a:rPr b="1" lang="en" sz="1100">
                <a:solidFill>
                  <a:schemeClr val="dk1"/>
                </a:solidFill>
              </a:rPr>
              <a:t> accuracy, respectively.</a:t>
            </a:r>
            <a:endParaRPr b="1" sz="1100">
              <a:solidFill>
                <a:schemeClr val="dk1"/>
              </a:solidFill>
            </a:endParaRPr>
          </a:p>
        </p:txBody>
      </p:sp>
      <p:graphicFrame>
        <p:nvGraphicFramePr>
          <p:cNvPr id="273" name="Google Shape;273;p38"/>
          <p:cNvGraphicFramePr/>
          <p:nvPr/>
        </p:nvGraphicFramePr>
        <p:xfrm>
          <a:off x="989413" y="833600"/>
          <a:ext cx="3000000" cy="3000000"/>
        </p:xfrm>
        <a:graphic>
          <a:graphicData uri="http://schemas.openxmlformats.org/drawingml/2006/table">
            <a:tbl>
              <a:tblPr>
                <a:noFill/>
                <a:tableStyleId>{EC841FAA-7BD2-4822-955E-87983DA58BB8}</a:tableStyleId>
              </a:tblPr>
              <a:tblGrid>
                <a:gridCol w="2238375"/>
                <a:gridCol w="1266825"/>
                <a:gridCol w="1219200"/>
                <a:gridCol w="1123950"/>
                <a:gridCol w="1190625"/>
              </a:tblGrid>
              <a:tr h="333375">
                <a:tc>
                  <a:txBody>
                    <a:bodyPr/>
                    <a:lstStyle/>
                    <a:p>
                      <a:pPr indent="0" lvl="0" marL="0" rtl="0" algn="l">
                        <a:spcBef>
                          <a:spcPts val="0"/>
                        </a:spcBef>
                        <a:spcAft>
                          <a:spcPts val="0"/>
                        </a:spcAft>
                        <a:buNone/>
                      </a:pPr>
                      <a:r>
                        <a:rPr b="1" lang="en" sz="2000">
                          <a:solidFill>
                            <a:srgbClr val="FFFFFF"/>
                          </a:solidFill>
                          <a:latin typeface="Calibri"/>
                          <a:ea typeface="Calibri"/>
                          <a:cs typeface="Calibri"/>
                          <a:sym typeface="Calibri"/>
                        </a:rPr>
                        <a:t>Model</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7030A0"/>
                    </a:solidFill>
                  </a:tcPr>
                </a:tc>
                <a:tc>
                  <a:txBody>
                    <a:bodyPr/>
                    <a:lstStyle/>
                    <a:p>
                      <a:pPr indent="0" lvl="0" marL="0" rtl="0" algn="ctr">
                        <a:lnSpc>
                          <a:spcPct val="115000"/>
                        </a:lnSpc>
                        <a:spcBef>
                          <a:spcPts val="0"/>
                        </a:spcBef>
                        <a:spcAft>
                          <a:spcPts val="0"/>
                        </a:spcAft>
                        <a:buNone/>
                      </a:pPr>
                      <a:r>
                        <a:rPr b="1" lang="en" sz="2000">
                          <a:solidFill>
                            <a:srgbClr val="FFFFFF"/>
                          </a:solidFill>
                          <a:latin typeface="Calibri"/>
                          <a:ea typeface="Calibri"/>
                          <a:cs typeface="Calibri"/>
                          <a:sym typeface="Calibri"/>
                        </a:rPr>
                        <a:t>Accuracy</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7030A0"/>
                    </a:solidFill>
                  </a:tcPr>
                </a:tc>
                <a:tc>
                  <a:txBody>
                    <a:bodyPr/>
                    <a:lstStyle/>
                    <a:p>
                      <a:pPr indent="0" lvl="0" marL="0" rtl="0" algn="ctr">
                        <a:lnSpc>
                          <a:spcPct val="115000"/>
                        </a:lnSpc>
                        <a:spcBef>
                          <a:spcPts val="0"/>
                        </a:spcBef>
                        <a:spcAft>
                          <a:spcPts val="0"/>
                        </a:spcAft>
                        <a:buNone/>
                      </a:pPr>
                      <a:r>
                        <a:rPr b="1" lang="en" sz="2000">
                          <a:solidFill>
                            <a:srgbClr val="FFFFFF"/>
                          </a:solidFill>
                          <a:latin typeface="Calibri"/>
                          <a:ea typeface="Calibri"/>
                          <a:cs typeface="Calibri"/>
                          <a:sym typeface="Calibri"/>
                        </a:rPr>
                        <a:t>Precision</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7030A0"/>
                    </a:solidFill>
                  </a:tcPr>
                </a:tc>
                <a:tc>
                  <a:txBody>
                    <a:bodyPr/>
                    <a:lstStyle/>
                    <a:p>
                      <a:pPr indent="0" lvl="0" marL="0" rtl="0" algn="ctr">
                        <a:lnSpc>
                          <a:spcPct val="115000"/>
                        </a:lnSpc>
                        <a:spcBef>
                          <a:spcPts val="0"/>
                        </a:spcBef>
                        <a:spcAft>
                          <a:spcPts val="0"/>
                        </a:spcAft>
                        <a:buNone/>
                      </a:pPr>
                      <a:r>
                        <a:rPr b="1" lang="en" sz="2000">
                          <a:solidFill>
                            <a:srgbClr val="FFFFFF"/>
                          </a:solidFill>
                          <a:latin typeface="Calibri"/>
                          <a:ea typeface="Calibri"/>
                          <a:cs typeface="Calibri"/>
                          <a:sym typeface="Calibri"/>
                        </a:rPr>
                        <a:t>Recall</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7030A0"/>
                    </a:solidFill>
                  </a:tcPr>
                </a:tc>
                <a:tc>
                  <a:txBody>
                    <a:bodyPr/>
                    <a:lstStyle/>
                    <a:p>
                      <a:pPr indent="0" lvl="0" marL="0" rtl="0" algn="ctr">
                        <a:lnSpc>
                          <a:spcPct val="115000"/>
                        </a:lnSpc>
                        <a:spcBef>
                          <a:spcPts val="0"/>
                        </a:spcBef>
                        <a:spcAft>
                          <a:spcPts val="0"/>
                        </a:spcAft>
                        <a:buNone/>
                      </a:pPr>
                      <a:r>
                        <a:rPr b="1" lang="en" sz="2000">
                          <a:solidFill>
                            <a:srgbClr val="FFFFFF"/>
                          </a:solidFill>
                          <a:latin typeface="Calibri"/>
                          <a:ea typeface="Calibri"/>
                          <a:cs typeface="Calibri"/>
                          <a:sym typeface="Calibri"/>
                        </a:rPr>
                        <a:t>F1-Score</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7030A0"/>
                    </a:solidFill>
                  </a:tcPr>
                </a:tc>
              </a:tr>
              <a:tr h="333375">
                <a:tc>
                  <a:txBody>
                    <a:bodyPr/>
                    <a:lstStyle/>
                    <a:p>
                      <a:pPr indent="0" lvl="0" marL="0" rtl="0" algn="l">
                        <a:spcBef>
                          <a:spcPts val="0"/>
                        </a:spcBef>
                        <a:spcAft>
                          <a:spcPts val="0"/>
                        </a:spcAft>
                        <a:buNone/>
                      </a:pPr>
                      <a:r>
                        <a:rPr b="1" lang="en" sz="2000">
                          <a:solidFill>
                            <a:srgbClr val="FFFFFF"/>
                          </a:solidFill>
                          <a:latin typeface="Calibri"/>
                          <a:ea typeface="Calibri"/>
                          <a:cs typeface="Calibri"/>
                          <a:sym typeface="Calibri"/>
                        </a:rPr>
                        <a:t>SVM</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96.69%</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0.97</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0.97</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0.97</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r>
              <a:tr h="333375">
                <a:tc>
                  <a:txBody>
                    <a:bodyPr/>
                    <a:lstStyle/>
                    <a:p>
                      <a:pPr indent="0" lvl="0" marL="0" rtl="0" algn="l">
                        <a:spcBef>
                          <a:spcPts val="0"/>
                        </a:spcBef>
                        <a:spcAft>
                          <a:spcPts val="0"/>
                        </a:spcAft>
                        <a:buNone/>
                      </a:pPr>
                      <a:r>
                        <a:rPr b="1" lang="en" sz="2000">
                          <a:solidFill>
                            <a:srgbClr val="FFFFFF"/>
                          </a:solidFill>
                          <a:latin typeface="Calibri"/>
                          <a:ea typeface="Calibri"/>
                          <a:cs typeface="Calibri"/>
                          <a:sym typeface="Calibri"/>
                        </a:rPr>
                        <a:t>Gradient Boosting</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96.22%</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0.97</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0.96</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0.96</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r>
              <a:tr h="333375">
                <a:tc>
                  <a:txBody>
                    <a:bodyPr/>
                    <a:lstStyle/>
                    <a:p>
                      <a:pPr indent="0" lvl="0" marL="0" rtl="0" algn="l">
                        <a:spcBef>
                          <a:spcPts val="0"/>
                        </a:spcBef>
                        <a:spcAft>
                          <a:spcPts val="0"/>
                        </a:spcAft>
                        <a:buNone/>
                      </a:pPr>
                      <a:r>
                        <a:rPr b="1" lang="en" sz="2000">
                          <a:solidFill>
                            <a:srgbClr val="FFFFFF"/>
                          </a:solidFill>
                          <a:latin typeface="Calibri"/>
                          <a:ea typeface="Calibri"/>
                          <a:cs typeface="Calibri"/>
                          <a:sym typeface="Calibri"/>
                        </a:rPr>
                        <a:t>Random Forest</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93.85%</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0.94</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0.94</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0.94</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r>
              <a:tr h="333375">
                <a:tc>
                  <a:txBody>
                    <a:bodyPr/>
                    <a:lstStyle/>
                    <a:p>
                      <a:pPr indent="0" lvl="0" marL="0" rtl="0" algn="l">
                        <a:spcBef>
                          <a:spcPts val="0"/>
                        </a:spcBef>
                        <a:spcAft>
                          <a:spcPts val="0"/>
                        </a:spcAft>
                        <a:buNone/>
                      </a:pPr>
                      <a:r>
                        <a:rPr b="1" lang="en" sz="2000">
                          <a:solidFill>
                            <a:srgbClr val="FFFFFF"/>
                          </a:solidFill>
                          <a:latin typeface="Calibri"/>
                          <a:ea typeface="Calibri"/>
                          <a:cs typeface="Calibri"/>
                          <a:sym typeface="Calibri"/>
                        </a:rPr>
                        <a:t>MLP</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97.64%</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0.98</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0.98</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0.98</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r>
              <a:tr h="333375">
                <a:tc>
                  <a:txBody>
                    <a:bodyPr/>
                    <a:lstStyle/>
                    <a:p>
                      <a:pPr indent="0" lvl="0" marL="0" rtl="0" algn="l">
                        <a:spcBef>
                          <a:spcPts val="0"/>
                        </a:spcBef>
                        <a:spcAft>
                          <a:spcPts val="0"/>
                        </a:spcAft>
                        <a:buNone/>
                      </a:pPr>
                      <a:r>
                        <a:rPr b="1" lang="en" sz="2000">
                          <a:solidFill>
                            <a:srgbClr val="FFFFFF"/>
                          </a:solidFill>
                          <a:latin typeface="Calibri"/>
                          <a:ea typeface="Calibri"/>
                          <a:cs typeface="Calibri"/>
                          <a:sym typeface="Calibri"/>
                        </a:rPr>
                        <a:t>DNN</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93.38%</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0.93</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0.93</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c>
                  <a:txBody>
                    <a:bodyPr/>
                    <a:lstStyle/>
                    <a:p>
                      <a:pPr indent="0" lvl="0" marL="0" rtl="0" algn="r">
                        <a:lnSpc>
                          <a:spcPct val="115000"/>
                        </a:lnSpc>
                        <a:spcBef>
                          <a:spcPts val="0"/>
                        </a:spcBef>
                        <a:spcAft>
                          <a:spcPts val="0"/>
                        </a:spcAft>
                        <a:buNone/>
                      </a:pPr>
                      <a:r>
                        <a:rPr b="1" lang="en" sz="2000">
                          <a:solidFill>
                            <a:srgbClr val="FFFFFF"/>
                          </a:solidFill>
                          <a:latin typeface="Calibri"/>
                          <a:ea typeface="Calibri"/>
                          <a:cs typeface="Calibri"/>
                          <a:sym typeface="Calibri"/>
                        </a:rPr>
                        <a:t>0.93</a:t>
                      </a:r>
                      <a:endParaRPr b="1" sz="2000">
                        <a:solidFill>
                          <a:srgbClr val="FFFFFF"/>
                        </a:solidFill>
                        <a:latin typeface="Calibri"/>
                        <a:ea typeface="Calibri"/>
                        <a:cs typeface="Calibri"/>
                        <a:sym typeface="Calibri"/>
                      </a:endParaRPr>
                    </a:p>
                  </a:txBody>
                  <a:tcPr marT="9525" marB="91425" marR="9525" marL="9525" anchor="b">
                    <a:lnL cap="flat" cmpd="sng" w="4775">
                      <a:solidFill>
                        <a:srgbClr val="3F3F3F"/>
                      </a:solidFill>
                      <a:prstDash val="solid"/>
                      <a:round/>
                      <a:headEnd len="sm" w="sm" type="none"/>
                      <a:tailEnd len="sm" w="sm" type="none"/>
                    </a:lnL>
                    <a:lnR cap="flat" cmpd="sng" w="4775">
                      <a:solidFill>
                        <a:srgbClr val="3F3F3F"/>
                      </a:solidFill>
                      <a:prstDash val="solid"/>
                      <a:round/>
                      <a:headEnd len="sm" w="sm" type="none"/>
                      <a:tailEnd len="sm" w="sm" type="none"/>
                    </a:lnR>
                    <a:lnT cap="flat" cmpd="sng" w="4775">
                      <a:solidFill>
                        <a:srgbClr val="3F3F3F"/>
                      </a:solidFill>
                      <a:prstDash val="solid"/>
                      <a:round/>
                      <a:headEnd len="sm" w="sm" type="none"/>
                      <a:tailEnd len="sm" w="sm" type="none"/>
                    </a:lnT>
                    <a:lnB cap="flat" cmpd="sng" w="4775">
                      <a:solidFill>
                        <a:srgbClr val="3F3F3F"/>
                      </a:solidFill>
                      <a:prstDash val="solid"/>
                      <a:round/>
                      <a:headEnd len="sm" w="sm" type="none"/>
                      <a:tailEnd len="sm" w="sm" type="none"/>
                    </a:lnB>
                    <a:solidFill>
                      <a:srgbClr val="AE7AC4"/>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type="ctrTitle"/>
          </p:nvPr>
        </p:nvSpPr>
        <p:spPr>
          <a:xfrm>
            <a:off x="301475" y="294450"/>
            <a:ext cx="8375400" cy="39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Arial"/>
              <a:buNone/>
            </a:pPr>
            <a:r>
              <a:rPr lang="en" sz="2400"/>
              <a:t>Model Evaluation</a:t>
            </a:r>
            <a:endParaRPr sz="2400"/>
          </a:p>
        </p:txBody>
      </p:sp>
      <p:sp>
        <p:nvSpPr>
          <p:cNvPr id="279" name="Google Shape;279;p39"/>
          <p:cNvSpPr txBox="1"/>
          <p:nvPr>
            <p:ph idx="12" type="sldNum"/>
          </p:nvPr>
        </p:nvSpPr>
        <p:spPr>
          <a:xfrm>
            <a:off x="6536225" y="4810513"/>
            <a:ext cx="2133600" cy="273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pic>
        <p:nvPicPr>
          <p:cNvPr id="280" name="Google Shape;280;p39"/>
          <p:cNvPicPr preferRelativeResize="0"/>
          <p:nvPr/>
        </p:nvPicPr>
        <p:blipFill>
          <a:blip r:embed="rId3">
            <a:alphaModFix/>
          </a:blip>
          <a:stretch>
            <a:fillRect/>
          </a:stretch>
        </p:blipFill>
        <p:spPr>
          <a:xfrm>
            <a:off x="2981075" y="687438"/>
            <a:ext cx="3016202" cy="2220575"/>
          </a:xfrm>
          <a:prstGeom prst="rect">
            <a:avLst/>
          </a:prstGeom>
          <a:noFill/>
          <a:ln>
            <a:noFill/>
          </a:ln>
        </p:spPr>
      </p:pic>
      <p:pic>
        <p:nvPicPr>
          <p:cNvPr id="281" name="Google Shape;281;p39"/>
          <p:cNvPicPr preferRelativeResize="0"/>
          <p:nvPr/>
        </p:nvPicPr>
        <p:blipFill rotWithShape="1">
          <a:blip r:embed="rId4">
            <a:alphaModFix/>
          </a:blip>
          <a:srcRect b="0" l="0" r="0" t="3325"/>
          <a:stretch/>
        </p:blipFill>
        <p:spPr>
          <a:xfrm>
            <a:off x="6122000" y="716875"/>
            <a:ext cx="2962051" cy="2146700"/>
          </a:xfrm>
          <a:prstGeom prst="rect">
            <a:avLst/>
          </a:prstGeom>
          <a:noFill/>
          <a:ln>
            <a:noFill/>
          </a:ln>
        </p:spPr>
      </p:pic>
      <p:pic>
        <p:nvPicPr>
          <p:cNvPr id="282" name="Google Shape;282;p39"/>
          <p:cNvPicPr preferRelativeResize="0"/>
          <p:nvPr/>
        </p:nvPicPr>
        <p:blipFill rotWithShape="1">
          <a:blip r:embed="rId5">
            <a:alphaModFix/>
          </a:blip>
          <a:srcRect b="0" l="0" r="14163" t="3993"/>
          <a:stretch/>
        </p:blipFill>
        <p:spPr>
          <a:xfrm>
            <a:off x="25" y="687450"/>
            <a:ext cx="2856326" cy="2131700"/>
          </a:xfrm>
          <a:prstGeom prst="rect">
            <a:avLst/>
          </a:prstGeom>
          <a:noFill/>
          <a:ln>
            <a:noFill/>
          </a:ln>
        </p:spPr>
      </p:pic>
      <p:pic>
        <p:nvPicPr>
          <p:cNvPr id="283" name="Google Shape;283;p39"/>
          <p:cNvPicPr preferRelativeResize="0"/>
          <p:nvPr/>
        </p:nvPicPr>
        <p:blipFill rotWithShape="1">
          <a:blip r:embed="rId6">
            <a:alphaModFix/>
          </a:blip>
          <a:srcRect b="3197" l="0" r="11995" t="3848"/>
          <a:stretch/>
        </p:blipFill>
        <p:spPr>
          <a:xfrm>
            <a:off x="88375" y="2819150"/>
            <a:ext cx="2679602" cy="2146699"/>
          </a:xfrm>
          <a:prstGeom prst="rect">
            <a:avLst/>
          </a:prstGeom>
          <a:noFill/>
          <a:ln>
            <a:noFill/>
          </a:ln>
        </p:spPr>
      </p:pic>
      <p:pic>
        <p:nvPicPr>
          <p:cNvPr id="284" name="Google Shape;284;p39"/>
          <p:cNvPicPr preferRelativeResize="0"/>
          <p:nvPr/>
        </p:nvPicPr>
        <p:blipFill rotWithShape="1">
          <a:blip r:embed="rId7">
            <a:alphaModFix/>
          </a:blip>
          <a:srcRect b="0" l="0" r="13081" t="0"/>
          <a:stretch/>
        </p:blipFill>
        <p:spPr>
          <a:xfrm>
            <a:off x="3103275" y="2782212"/>
            <a:ext cx="2771812" cy="2220575"/>
          </a:xfrm>
          <a:prstGeom prst="rect">
            <a:avLst/>
          </a:prstGeom>
          <a:noFill/>
          <a:ln>
            <a:noFill/>
          </a:ln>
        </p:spPr>
      </p:pic>
      <p:sp>
        <p:nvSpPr>
          <p:cNvPr id="285" name="Google Shape;285;p39"/>
          <p:cNvSpPr txBox="1"/>
          <p:nvPr/>
        </p:nvSpPr>
        <p:spPr>
          <a:xfrm>
            <a:off x="6060600" y="3235963"/>
            <a:ext cx="2771700" cy="13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rPr>
              <a:t>Better Performance:</a:t>
            </a:r>
            <a:endParaRPr sz="1900">
              <a:solidFill>
                <a:schemeClr val="dk1"/>
              </a:solidFill>
            </a:endParaRPr>
          </a:p>
          <a:p>
            <a:pPr indent="0" lvl="0" marL="0" rtl="0" algn="l">
              <a:spcBef>
                <a:spcPts val="0"/>
              </a:spcBef>
              <a:spcAft>
                <a:spcPts val="0"/>
              </a:spcAft>
              <a:buNone/>
            </a:pPr>
            <a:r>
              <a:rPr lang="en" sz="1900">
                <a:solidFill>
                  <a:schemeClr val="dk1"/>
                </a:solidFill>
              </a:rPr>
              <a:t>SV</a:t>
            </a:r>
            <a:endParaRPr sz="1900">
              <a:solidFill>
                <a:schemeClr val="dk1"/>
              </a:solidFill>
            </a:endParaRPr>
          </a:p>
          <a:p>
            <a:pPr indent="0" lvl="0" marL="0" rtl="0" algn="l">
              <a:spcBef>
                <a:spcPts val="0"/>
              </a:spcBef>
              <a:spcAft>
                <a:spcPts val="0"/>
              </a:spcAft>
              <a:buNone/>
            </a:pPr>
            <a:r>
              <a:rPr lang="en" sz="1900">
                <a:solidFill>
                  <a:schemeClr val="dk1"/>
                </a:solidFill>
              </a:rPr>
              <a:t>MLP </a:t>
            </a:r>
            <a:endParaRPr sz="1900">
              <a:solidFill>
                <a:schemeClr val="dk1"/>
              </a:solidFill>
            </a:endParaRPr>
          </a:p>
          <a:p>
            <a:pPr indent="0" lvl="0" marL="0" rtl="0" algn="l">
              <a:spcBef>
                <a:spcPts val="0"/>
              </a:spcBef>
              <a:spcAft>
                <a:spcPts val="0"/>
              </a:spcAft>
              <a:buClr>
                <a:schemeClr val="dk1"/>
              </a:buClr>
              <a:buSzPts val="1100"/>
              <a:buFont typeface="Arial"/>
              <a:buNone/>
            </a:pPr>
            <a:r>
              <a:rPr lang="en" sz="1900">
                <a:solidFill>
                  <a:schemeClr val="dk1"/>
                </a:solidFill>
              </a:rPr>
              <a:t>Gradient Boosting </a:t>
            </a:r>
            <a:endParaRPr sz="19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0"/>
          <p:cNvSpPr txBox="1"/>
          <p:nvPr>
            <p:ph type="ctrTitle"/>
          </p:nvPr>
        </p:nvSpPr>
        <p:spPr>
          <a:xfrm>
            <a:off x="301475" y="294450"/>
            <a:ext cx="8375400" cy="39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Arial"/>
              <a:buNone/>
            </a:pPr>
            <a:r>
              <a:rPr lang="en" sz="2400"/>
              <a:t>Model Evaluation</a:t>
            </a:r>
            <a:endParaRPr sz="2400"/>
          </a:p>
        </p:txBody>
      </p:sp>
      <p:sp>
        <p:nvSpPr>
          <p:cNvPr id="291" name="Google Shape;291;p40"/>
          <p:cNvSpPr txBox="1"/>
          <p:nvPr>
            <p:ph idx="12" type="sldNum"/>
          </p:nvPr>
        </p:nvSpPr>
        <p:spPr>
          <a:xfrm>
            <a:off x="6537113" y="4767013"/>
            <a:ext cx="2133600" cy="273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pic>
        <p:nvPicPr>
          <p:cNvPr id="292" name="Google Shape;292;p40"/>
          <p:cNvPicPr preferRelativeResize="0"/>
          <p:nvPr/>
        </p:nvPicPr>
        <p:blipFill>
          <a:blip r:embed="rId3">
            <a:alphaModFix/>
          </a:blip>
          <a:stretch>
            <a:fillRect/>
          </a:stretch>
        </p:blipFill>
        <p:spPr>
          <a:xfrm>
            <a:off x="3133625" y="686400"/>
            <a:ext cx="2838925" cy="2373600"/>
          </a:xfrm>
          <a:prstGeom prst="rect">
            <a:avLst/>
          </a:prstGeom>
          <a:noFill/>
          <a:ln>
            <a:noFill/>
          </a:ln>
        </p:spPr>
      </p:pic>
      <p:pic>
        <p:nvPicPr>
          <p:cNvPr id="293" name="Google Shape;293;p40"/>
          <p:cNvPicPr preferRelativeResize="0"/>
          <p:nvPr/>
        </p:nvPicPr>
        <p:blipFill>
          <a:blip r:embed="rId4">
            <a:alphaModFix/>
          </a:blip>
          <a:stretch>
            <a:fillRect/>
          </a:stretch>
        </p:blipFill>
        <p:spPr>
          <a:xfrm>
            <a:off x="6184450" y="667637"/>
            <a:ext cx="2838927" cy="2411132"/>
          </a:xfrm>
          <a:prstGeom prst="rect">
            <a:avLst/>
          </a:prstGeom>
          <a:noFill/>
          <a:ln>
            <a:noFill/>
          </a:ln>
        </p:spPr>
      </p:pic>
      <p:pic>
        <p:nvPicPr>
          <p:cNvPr id="294" name="Google Shape;294;p40"/>
          <p:cNvPicPr preferRelativeResize="0"/>
          <p:nvPr/>
        </p:nvPicPr>
        <p:blipFill>
          <a:blip r:embed="rId5">
            <a:alphaModFix/>
          </a:blip>
          <a:stretch>
            <a:fillRect/>
          </a:stretch>
        </p:blipFill>
        <p:spPr>
          <a:xfrm>
            <a:off x="301475" y="736950"/>
            <a:ext cx="2620250" cy="2272500"/>
          </a:xfrm>
          <a:prstGeom prst="rect">
            <a:avLst/>
          </a:prstGeom>
          <a:noFill/>
          <a:ln>
            <a:noFill/>
          </a:ln>
        </p:spPr>
      </p:pic>
      <p:pic>
        <p:nvPicPr>
          <p:cNvPr id="295" name="Google Shape;295;p40"/>
          <p:cNvPicPr preferRelativeResize="0"/>
          <p:nvPr/>
        </p:nvPicPr>
        <p:blipFill>
          <a:blip r:embed="rId6">
            <a:alphaModFix/>
          </a:blip>
          <a:stretch>
            <a:fillRect/>
          </a:stretch>
        </p:blipFill>
        <p:spPr>
          <a:xfrm>
            <a:off x="379450" y="2976125"/>
            <a:ext cx="2620251" cy="2193527"/>
          </a:xfrm>
          <a:prstGeom prst="rect">
            <a:avLst/>
          </a:prstGeom>
          <a:noFill/>
          <a:ln>
            <a:noFill/>
          </a:ln>
        </p:spPr>
      </p:pic>
      <p:pic>
        <p:nvPicPr>
          <p:cNvPr id="296" name="Google Shape;296;p40"/>
          <p:cNvPicPr preferRelativeResize="0"/>
          <p:nvPr/>
        </p:nvPicPr>
        <p:blipFill>
          <a:blip r:embed="rId7">
            <a:alphaModFix/>
          </a:blip>
          <a:stretch>
            <a:fillRect/>
          </a:stretch>
        </p:blipFill>
        <p:spPr>
          <a:xfrm>
            <a:off x="3179050" y="2962087"/>
            <a:ext cx="2620251" cy="2221612"/>
          </a:xfrm>
          <a:prstGeom prst="rect">
            <a:avLst/>
          </a:prstGeom>
          <a:noFill/>
          <a:ln>
            <a:noFill/>
          </a:ln>
        </p:spPr>
      </p:pic>
      <p:sp>
        <p:nvSpPr>
          <p:cNvPr id="297" name="Google Shape;297;p40"/>
          <p:cNvSpPr txBox="1"/>
          <p:nvPr/>
        </p:nvSpPr>
        <p:spPr>
          <a:xfrm>
            <a:off x="6071475" y="3235950"/>
            <a:ext cx="2771700" cy="13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dk1"/>
                </a:solidFill>
              </a:rPr>
              <a:t>Focus on </a:t>
            </a:r>
            <a:endParaRPr sz="1900">
              <a:solidFill>
                <a:schemeClr val="dk1"/>
              </a:solidFill>
            </a:endParaRPr>
          </a:p>
          <a:p>
            <a:pPr indent="0" lvl="0" marL="0" rtl="0" algn="l">
              <a:spcBef>
                <a:spcPts val="0"/>
              </a:spcBef>
              <a:spcAft>
                <a:spcPts val="0"/>
              </a:spcAft>
              <a:buNone/>
            </a:pPr>
            <a:r>
              <a:rPr lang="en" sz="1900">
                <a:solidFill>
                  <a:schemeClr val="dk1"/>
                </a:solidFill>
              </a:rPr>
              <a:t>Class 1 and Class 5</a:t>
            </a:r>
            <a:endParaRPr sz="19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1"/>
          <p:cNvSpPr txBox="1"/>
          <p:nvPr>
            <p:ph type="ctrTitle"/>
          </p:nvPr>
        </p:nvSpPr>
        <p:spPr>
          <a:xfrm>
            <a:off x="301475" y="294450"/>
            <a:ext cx="8375400" cy="39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Arial"/>
              <a:buNone/>
            </a:pPr>
            <a:r>
              <a:rPr lang="en" sz="2400"/>
              <a:t>Model Evaluation</a:t>
            </a:r>
            <a:endParaRPr sz="2400"/>
          </a:p>
        </p:txBody>
      </p:sp>
      <p:sp>
        <p:nvSpPr>
          <p:cNvPr id="303" name="Google Shape;303;p41"/>
          <p:cNvSpPr txBox="1"/>
          <p:nvPr>
            <p:ph idx="12" type="sldNum"/>
          </p:nvPr>
        </p:nvSpPr>
        <p:spPr>
          <a:xfrm>
            <a:off x="6543275" y="4799638"/>
            <a:ext cx="2133600" cy="273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pic>
        <p:nvPicPr>
          <p:cNvPr id="304" name="Google Shape;304;p41"/>
          <p:cNvPicPr preferRelativeResize="0"/>
          <p:nvPr/>
        </p:nvPicPr>
        <p:blipFill>
          <a:blip r:embed="rId3">
            <a:alphaModFix/>
          </a:blip>
          <a:stretch>
            <a:fillRect/>
          </a:stretch>
        </p:blipFill>
        <p:spPr>
          <a:xfrm>
            <a:off x="152400" y="1263650"/>
            <a:ext cx="4969049" cy="2645801"/>
          </a:xfrm>
          <a:prstGeom prst="rect">
            <a:avLst/>
          </a:prstGeom>
          <a:noFill/>
          <a:ln>
            <a:noFill/>
          </a:ln>
        </p:spPr>
      </p:pic>
      <p:sp>
        <p:nvSpPr>
          <p:cNvPr id="305" name="Google Shape;305;p41"/>
          <p:cNvSpPr txBox="1"/>
          <p:nvPr/>
        </p:nvSpPr>
        <p:spPr>
          <a:xfrm>
            <a:off x="4768350" y="1035275"/>
            <a:ext cx="4185900" cy="280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If we are interested in model transparency and interpretability, </a:t>
            </a:r>
            <a:r>
              <a:rPr b="1" lang="en" sz="1100">
                <a:solidFill>
                  <a:schemeClr val="dk1"/>
                </a:solidFill>
              </a:rPr>
              <a:t>Random Forest and Gradient Boosting </a:t>
            </a:r>
            <a:r>
              <a:rPr lang="en" sz="1100">
                <a:solidFill>
                  <a:schemeClr val="dk1"/>
                </a:solidFill>
              </a:rPr>
              <a:t>are good choices because they provide high accuracy and allow us to analyze feature importance to understand which factors influence classification results the most.</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If we aim for the highest classification accuracy, </a:t>
            </a:r>
            <a:r>
              <a:rPr b="1" lang="en" sz="1100">
                <a:solidFill>
                  <a:schemeClr val="dk1"/>
                </a:solidFill>
              </a:rPr>
              <a:t>SVM and MLP </a:t>
            </a:r>
            <a:r>
              <a:rPr lang="en" sz="1100">
                <a:solidFill>
                  <a:schemeClr val="dk1"/>
                </a:solidFill>
              </a:rPr>
              <a:t>are preferable, as they achieved the best accuracy in our current dataset and provided the most precise classifications.</a:t>
            </a:r>
            <a:endParaRPr sz="1100">
              <a:solidFill>
                <a:schemeClr val="dk1"/>
              </a:solidFill>
            </a:endParaRPr>
          </a:p>
          <a:p>
            <a:pPr indent="0" lvl="0" marL="0" rtl="0" algn="l">
              <a:lnSpc>
                <a:spcPct val="115000"/>
              </a:lnSpc>
              <a:spcBef>
                <a:spcPts val="1200"/>
              </a:spcBef>
              <a:spcAft>
                <a:spcPts val="1200"/>
              </a:spcAft>
              <a:buNone/>
            </a:pPr>
            <a:r>
              <a:rPr lang="en" sz="1100">
                <a:solidFill>
                  <a:schemeClr val="dk1"/>
                </a:solidFill>
              </a:rPr>
              <a:t>However, since our dataset is relatively small, </a:t>
            </a:r>
            <a:r>
              <a:rPr b="1" lang="en" sz="1100">
                <a:solidFill>
                  <a:schemeClr val="dk1"/>
                </a:solidFill>
              </a:rPr>
              <a:t>DNN </a:t>
            </a:r>
            <a:r>
              <a:rPr lang="en" sz="1100">
                <a:solidFill>
                  <a:schemeClr val="dk1"/>
                </a:solidFill>
              </a:rPr>
              <a:t>may overfit and not perform as well as other models. DNN tends to excel when dealing with larger datasets, as it can learn complex patterns more effectively.</a:t>
            </a:r>
            <a:endParaRPr sz="1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2"/>
          <p:cNvSpPr txBox="1"/>
          <p:nvPr>
            <p:ph type="ctrTitle"/>
          </p:nvPr>
        </p:nvSpPr>
        <p:spPr>
          <a:xfrm>
            <a:off x="301475" y="294450"/>
            <a:ext cx="8375400" cy="39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4400"/>
              <a:buFont typeface="Arial"/>
              <a:buNone/>
            </a:pPr>
            <a:r>
              <a:rPr lang="en" sz="2400"/>
              <a:t>Model Deployment and Automation</a:t>
            </a:r>
            <a:endParaRPr sz="2400"/>
          </a:p>
        </p:txBody>
      </p:sp>
      <p:sp>
        <p:nvSpPr>
          <p:cNvPr id="311" name="Google Shape;311;p42"/>
          <p:cNvSpPr txBox="1"/>
          <p:nvPr>
            <p:ph idx="12" type="sldNum"/>
          </p:nvPr>
        </p:nvSpPr>
        <p:spPr>
          <a:xfrm>
            <a:off x="6498750" y="4778788"/>
            <a:ext cx="2133600" cy="273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
        <p:nvSpPr>
          <p:cNvPr id="312" name="Google Shape;312;p42"/>
          <p:cNvSpPr txBox="1"/>
          <p:nvPr/>
        </p:nvSpPr>
        <p:spPr>
          <a:xfrm>
            <a:off x="1307700" y="1078175"/>
            <a:ext cx="3264300" cy="3309900"/>
          </a:xfrm>
          <a:prstGeom prst="rect">
            <a:avLst/>
          </a:prstGeom>
          <a:solidFill>
            <a:srgbClr val="AE7AC4"/>
          </a:solid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500">
                <a:solidFill>
                  <a:schemeClr val="lt1"/>
                </a:solidFill>
              </a:rPr>
              <a:t>Data Ingestion and Preprocessing</a:t>
            </a:r>
            <a:endParaRPr b="1" sz="1500">
              <a:solidFill>
                <a:schemeClr val="lt1"/>
              </a:solidFill>
            </a:endParaRPr>
          </a:p>
          <a:p>
            <a:pPr indent="-323850" lvl="0" marL="457200" rtl="0" algn="l">
              <a:lnSpc>
                <a:spcPct val="115000"/>
              </a:lnSpc>
              <a:spcBef>
                <a:spcPts val="1200"/>
              </a:spcBef>
              <a:spcAft>
                <a:spcPts val="0"/>
              </a:spcAft>
              <a:buClr>
                <a:schemeClr val="lt1"/>
              </a:buClr>
              <a:buSzPts val="1500"/>
              <a:buChar char="●"/>
            </a:pPr>
            <a:r>
              <a:rPr b="1" lang="en" sz="1500">
                <a:solidFill>
                  <a:schemeClr val="lt1"/>
                </a:solidFill>
              </a:rPr>
              <a:t>Automated Data Collection</a:t>
            </a:r>
            <a:endParaRPr b="1" sz="1500">
              <a:solidFill>
                <a:schemeClr val="lt1"/>
              </a:solidFill>
            </a:endParaRPr>
          </a:p>
          <a:p>
            <a:pPr indent="-323850" lvl="0" marL="457200" rtl="0" algn="l">
              <a:lnSpc>
                <a:spcPct val="115000"/>
              </a:lnSpc>
              <a:spcBef>
                <a:spcPts val="0"/>
              </a:spcBef>
              <a:spcAft>
                <a:spcPts val="0"/>
              </a:spcAft>
              <a:buClr>
                <a:schemeClr val="lt1"/>
              </a:buClr>
              <a:buSzPts val="1500"/>
              <a:buChar char="●"/>
            </a:pPr>
            <a:r>
              <a:rPr b="1" lang="en" sz="1500">
                <a:solidFill>
                  <a:schemeClr val="lt1"/>
                </a:solidFill>
              </a:rPr>
              <a:t>Data Cleaning &amp; Feature Engineering</a:t>
            </a:r>
            <a:endParaRPr b="1" sz="1500">
              <a:solidFill>
                <a:schemeClr val="lt1"/>
              </a:solidFill>
            </a:endParaRPr>
          </a:p>
          <a:p>
            <a:pPr indent="0" lvl="0" marL="0" rtl="0" algn="l">
              <a:lnSpc>
                <a:spcPct val="115000"/>
              </a:lnSpc>
              <a:spcBef>
                <a:spcPts val="1200"/>
              </a:spcBef>
              <a:spcAft>
                <a:spcPts val="0"/>
              </a:spcAft>
              <a:buNone/>
            </a:pPr>
            <a:r>
              <a:rPr b="1" lang="en" sz="1500">
                <a:solidFill>
                  <a:schemeClr val="lt1"/>
                </a:solidFill>
              </a:rPr>
              <a:t>Model Training &amp; Optimization</a:t>
            </a:r>
            <a:endParaRPr b="1" sz="1500">
              <a:solidFill>
                <a:schemeClr val="lt1"/>
              </a:solidFill>
            </a:endParaRPr>
          </a:p>
          <a:p>
            <a:pPr indent="-323850" lvl="0" marL="457200" rtl="0" algn="l">
              <a:lnSpc>
                <a:spcPct val="115000"/>
              </a:lnSpc>
              <a:spcBef>
                <a:spcPts val="1200"/>
              </a:spcBef>
              <a:spcAft>
                <a:spcPts val="0"/>
              </a:spcAft>
              <a:buClr>
                <a:schemeClr val="lt1"/>
              </a:buClr>
              <a:buSzPts val="1500"/>
              <a:buChar char="●"/>
            </a:pPr>
            <a:r>
              <a:rPr b="1" lang="en" sz="1500">
                <a:solidFill>
                  <a:schemeClr val="lt1"/>
                </a:solidFill>
              </a:rPr>
              <a:t>Incremental Training</a:t>
            </a:r>
            <a:endParaRPr b="1" sz="1500">
              <a:solidFill>
                <a:schemeClr val="lt1"/>
              </a:solidFill>
            </a:endParaRPr>
          </a:p>
          <a:p>
            <a:pPr indent="-323850" lvl="0" marL="457200" rtl="0" algn="l">
              <a:lnSpc>
                <a:spcPct val="115000"/>
              </a:lnSpc>
              <a:spcBef>
                <a:spcPts val="0"/>
              </a:spcBef>
              <a:spcAft>
                <a:spcPts val="0"/>
              </a:spcAft>
              <a:buClr>
                <a:schemeClr val="lt1"/>
              </a:buClr>
              <a:buSzPts val="1500"/>
              <a:buChar char="●"/>
            </a:pPr>
            <a:r>
              <a:rPr b="1" lang="en" sz="1500">
                <a:solidFill>
                  <a:schemeClr val="lt1"/>
                </a:solidFill>
              </a:rPr>
              <a:t>Hyperparameter Tuning</a:t>
            </a:r>
            <a:endParaRPr b="1" sz="1500">
              <a:solidFill>
                <a:schemeClr val="lt1"/>
              </a:solidFill>
            </a:endParaRPr>
          </a:p>
          <a:p>
            <a:pPr indent="-323850" lvl="0" marL="457200" rtl="0" algn="l">
              <a:lnSpc>
                <a:spcPct val="115000"/>
              </a:lnSpc>
              <a:spcBef>
                <a:spcPts val="0"/>
              </a:spcBef>
              <a:spcAft>
                <a:spcPts val="0"/>
              </a:spcAft>
              <a:buClr>
                <a:schemeClr val="lt1"/>
              </a:buClr>
              <a:buSzPts val="1500"/>
              <a:buChar char="●"/>
            </a:pPr>
            <a:r>
              <a:rPr b="1" lang="en" sz="1500">
                <a:solidFill>
                  <a:schemeClr val="lt1"/>
                </a:solidFill>
              </a:rPr>
              <a:t>Cross-validation   </a:t>
            </a:r>
            <a:endParaRPr b="1" sz="1100">
              <a:solidFill>
                <a:schemeClr val="dk1"/>
              </a:solidFill>
            </a:endParaRPr>
          </a:p>
        </p:txBody>
      </p:sp>
      <p:sp>
        <p:nvSpPr>
          <p:cNvPr id="313" name="Google Shape;313;p42"/>
          <p:cNvSpPr txBox="1"/>
          <p:nvPr/>
        </p:nvSpPr>
        <p:spPr>
          <a:xfrm>
            <a:off x="4722425" y="1078175"/>
            <a:ext cx="3521100" cy="3309900"/>
          </a:xfrm>
          <a:prstGeom prst="rect">
            <a:avLst/>
          </a:prstGeom>
          <a:solidFill>
            <a:srgbClr val="AE7AC4"/>
          </a:solid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500">
                <a:solidFill>
                  <a:schemeClr val="lt1"/>
                </a:solidFill>
              </a:rPr>
              <a:t>Model Evaluation</a:t>
            </a:r>
            <a:endParaRPr b="1" sz="1500">
              <a:solidFill>
                <a:schemeClr val="lt1"/>
              </a:solidFill>
            </a:endParaRPr>
          </a:p>
          <a:p>
            <a:pPr indent="-323850" lvl="0" marL="457200" rtl="0" algn="l">
              <a:lnSpc>
                <a:spcPct val="115000"/>
              </a:lnSpc>
              <a:spcBef>
                <a:spcPts val="1200"/>
              </a:spcBef>
              <a:spcAft>
                <a:spcPts val="0"/>
              </a:spcAft>
              <a:buClr>
                <a:schemeClr val="lt1"/>
              </a:buClr>
              <a:buSzPts val="1500"/>
              <a:buChar char="●"/>
            </a:pPr>
            <a:r>
              <a:rPr b="1" lang="en" sz="1500">
                <a:solidFill>
                  <a:schemeClr val="lt1"/>
                </a:solidFill>
              </a:rPr>
              <a:t>Accuracy;F1 Score;ROC-AUC</a:t>
            </a:r>
            <a:endParaRPr b="1" sz="15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b="1" lang="en" sz="1500">
                <a:solidFill>
                  <a:schemeClr val="lt1"/>
                </a:solidFill>
              </a:rPr>
              <a:t>Model Deployment</a:t>
            </a:r>
            <a:endParaRPr b="1" sz="1500">
              <a:solidFill>
                <a:schemeClr val="lt1"/>
              </a:solidFill>
            </a:endParaRPr>
          </a:p>
          <a:p>
            <a:pPr indent="-323850" lvl="0" marL="457200" rtl="0" algn="l">
              <a:lnSpc>
                <a:spcPct val="115000"/>
              </a:lnSpc>
              <a:spcBef>
                <a:spcPts val="1200"/>
              </a:spcBef>
              <a:spcAft>
                <a:spcPts val="0"/>
              </a:spcAft>
              <a:buClr>
                <a:schemeClr val="lt1"/>
              </a:buClr>
              <a:buSzPts val="1500"/>
              <a:buChar char="●"/>
            </a:pPr>
            <a:r>
              <a:rPr b="1" lang="en" sz="1500">
                <a:solidFill>
                  <a:schemeClr val="lt1"/>
                </a:solidFill>
              </a:rPr>
              <a:t>On-Premises</a:t>
            </a:r>
            <a:endParaRPr b="1" sz="1500">
              <a:solidFill>
                <a:schemeClr val="lt1"/>
              </a:solidFill>
            </a:endParaRPr>
          </a:p>
          <a:p>
            <a:pPr indent="0" lvl="0" marL="0" rtl="0" algn="l">
              <a:lnSpc>
                <a:spcPct val="115000"/>
              </a:lnSpc>
              <a:spcBef>
                <a:spcPts val="1200"/>
              </a:spcBef>
              <a:spcAft>
                <a:spcPts val="0"/>
              </a:spcAft>
              <a:buNone/>
            </a:pPr>
            <a:r>
              <a:rPr b="1" lang="en" sz="1500">
                <a:solidFill>
                  <a:schemeClr val="lt1"/>
                </a:solidFill>
              </a:rPr>
              <a:t>Model Monitoring &amp; Maintenance</a:t>
            </a:r>
            <a:endParaRPr b="1" sz="1500">
              <a:solidFill>
                <a:schemeClr val="lt1"/>
              </a:solidFill>
            </a:endParaRPr>
          </a:p>
          <a:p>
            <a:pPr indent="-323850" lvl="0" marL="457200" rtl="0" algn="l">
              <a:lnSpc>
                <a:spcPct val="115000"/>
              </a:lnSpc>
              <a:spcBef>
                <a:spcPts val="1200"/>
              </a:spcBef>
              <a:spcAft>
                <a:spcPts val="0"/>
              </a:spcAft>
              <a:buClr>
                <a:schemeClr val="lt1"/>
              </a:buClr>
              <a:buSzPts val="1500"/>
              <a:buChar char="●"/>
            </a:pPr>
            <a:r>
              <a:rPr b="1" lang="en" sz="1500">
                <a:solidFill>
                  <a:schemeClr val="lt1"/>
                </a:solidFill>
              </a:rPr>
              <a:t>Performance Monitoring</a:t>
            </a:r>
            <a:endParaRPr b="1" sz="11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pic>
        <p:nvPicPr>
          <p:cNvPr id="318" name="Google Shape;318;p43"/>
          <p:cNvPicPr preferRelativeResize="0"/>
          <p:nvPr/>
        </p:nvPicPr>
        <p:blipFill>
          <a:blip r:embed="rId3">
            <a:alphaModFix/>
          </a:blip>
          <a:stretch>
            <a:fillRect/>
          </a:stretch>
        </p:blipFill>
        <p:spPr>
          <a:xfrm>
            <a:off x="6107475" y="1668150"/>
            <a:ext cx="2951800" cy="2339859"/>
          </a:xfrm>
          <a:prstGeom prst="rect">
            <a:avLst/>
          </a:prstGeom>
          <a:noFill/>
          <a:ln>
            <a:noFill/>
          </a:ln>
          <a:effectLst>
            <a:outerShdw blurRad="57150" rotWithShape="0" algn="bl" dir="5400000" dist="19050">
              <a:srgbClr val="000000"/>
            </a:outerShdw>
          </a:effectLst>
        </p:spPr>
      </p:pic>
      <p:sp>
        <p:nvSpPr>
          <p:cNvPr id="319" name="Google Shape;319;p43"/>
          <p:cNvSpPr txBox="1"/>
          <p:nvPr>
            <p:ph type="ctrTitle"/>
          </p:nvPr>
        </p:nvSpPr>
        <p:spPr>
          <a:xfrm>
            <a:off x="484100" y="254175"/>
            <a:ext cx="3969600" cy="593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 sz="2600">
                <a:latin typeface="Times New Roman"/>
                <a:ea typeface="Times New Roman"/>
                <a:cs typeface="Times New Roman"/>
                <a:sym typeface="Times New Roman"/>
              </a:rPr>
              <a:t>  Findings </a:t>
            </a:r>
            <a:endParaRPr b="1" sz="2600">
              <a:latin typeface="Times New Roman"/>
              <a:ea typeface="Times New Roman"/>
              <a:cs typeface="Times New Roman"/>
              <a:sym typeface="Times New Roman"/>
            </a:endParaRPr>
          </a:p>
        </p:txBody>
      </p:sp>
      <p:sp>
        <p:nvSpPr>
          <p:cNvPr id="320" name="Google Shape;320;p43"/>
          <p:cNvSpPr txBox="1"/>
          <p:nvPr>
            <p:ph idx="1" type="subTitle"/>
          </p:nvPr>
        </p:nvSpPr>
        <p:spPr>
          <a:xfrm>
            <a:off x="617225" y="847275"/>
            <a:ext cx="8023800" cy="3981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Obesity is Rising Globally</a:t>
            </a:r>
            <a:endParaRPr b="1" sz="13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latin typeface="Times New Roman"/>
                <a:ea typeface="Times New Roman"/>
                <a:cs typeface="Times New Roman"/>
                <a:sym typeface="Times New Roman"/>
              </a:rPr>
              <a:t>Urbanization &amp; processed foods drive increases, especially in developing countries.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Top Predictors of Obesity</a:t>
            </a:r>
            <a:endParaRPr b="1" sz="13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latin typeface="Times New Roman"/>
                <a:ea typeface="Times New Roman"/>
                <a:cs typeface="Times New Roman"/>
                <a:sym typeface="Times New Roman"/>
              </a:rPr>
              <a:t>Key factors: Diet, family history, weight, height, and physical activity.</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latin typeface="Times New Roman"/>
                <a:ea typeface="Times New Roman"/>
                <a:cs typeface="Times New Roman"/>
                <a:sym typeface="Times New Roman"/>
              </a:rPr>
              <a:t>Less impact: Screen time &amp; hydration levels.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Model Performance</a:t>
            </a:r>
            <a:endParaRPr b="1" sz="13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Char char="●"/>
            </a:pPr>
            <a:r>
              <a:rPr lang="en" sz="1300">
                <a:solidFill>
                  <a:schemeClr val="dk1"/>
                </a:solidFill>
                <a:latin typeface="Times New Roman"/>
                <a:ea typeface="Times New Roman"/>
                <a:cs typeface="Times New Roman"/>
                <a:sym typeface="Times New Roman"/>
              </a:rPr>
              <a:t>MLP performed best, SVM &amp; Gradient Boosting were strong alternatives.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latin typeface="Times New Roman"/>
                <a:ea typeface="Times New Roman"/>
                <a:cs typeface="Times New Roman"/>
                <a:sym typeface="Times New Roman"/>
              </a:rPr>
              <a:t>DNN underperformed due to limited dataset size.</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300">
                <a:solidFill>
                  <a:schemeClr val="dk1"/>
                </a:solidFill>
                <a:latin typeface="Times New Roman"/>
                <a:ea typeface="Times New Roman"/>
                <a:cs typeface="Times New Roman"/>
                <a:sym typeface="Times New Roman"/>
              </a:rPr>
              <a:t>Accuracy &amp; Generalizability</a:t>
            </a:r>
            <a:endParaRPr b="1" sz="1300">
              <a:solidFill>
                <a:schemeClr val="dk1"/>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chemeClr val="dk1"/>
              </a:buClr>
              <a:buSzPts val="1300"/>
              <a:buFont typeface="Times New Roman"/>
              <a:buChar char="●"/>
            </a:pPr>
            <a:r>
              <a:rPr lang="en" sz="1300">
                <a:solidFill>
                  <a:schemeClr val="dk1"/>
                </a:solidFill>
                <a:latin typeface="Times New Roman"/>
                <a:ea typeface="Times New Roman"/>
                <a:cs typeface="Times New Roman"/>
                <a:sym typeface="Times New Roman"/>
              </a:rPr>
              <a:t>High accuracy due to structured data &amp; balanced classes.</a:t>
            </a:r>
            <a:endParaRPr sz="1300">
              <a:solidFill>
                <a:schemeClr val="dk1"/>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chemeClr val="dk1"/>
              </a:buClr>
              <a:buSzPts val="1300"/>
              <a:buChar char="●"/>
            </a:pPr>
            <a:r>
              <a:rPr lang="en" sz="1300">
                <a:solidFill>
                  <a:schemeClr val="dk1"/>
                </a:solidFill>
                <a:latin typeface="Times New Roman"/>
                <a:ea typeface="Times New Roman"/>
                <a:cs typeface="Times New Roman"/>
                <a:sym typeface="Times New Roman"/>
              </a:rPr>
              <a:t>Risk of overfitting—models may not generalize to real-world healthcare settings.</a:t>
            </a:r>
            <a:endParaRPr sz="1300">
              <a:latin typeface="Times New Roman"/>
              <a:ea typeface="Times New Roman"/>
              <a:cs typeface="Times New Roman"/>
              <a:sym typeface="Times New Roman"/>
            </a:endParaRPr>
          </a:p>
        </p:txBody>
      </p:sp>
      <p:sp>
        <p:nvSpPr>
          <p:cNvPr id="321" name="Google Shape;321;p43"/>
          <p:cNvSpPr txBox="1"/>
          <p:nvPr/>
        </p:nvSpPr>
        <p:spPr>
          <a:xfrm>
            <a:off x="6627275" y="3947500"/>
            <a:ext cx="1912200" cy="2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Times New Roman"/>
                <a:ea typeface="Times New Roman"/>
                <a:cs typeface="Times New Roman"/>
                <a:sym typeface="Times New Roman"/>
              </a:rPr>
              <a:t>https://images.app.goo.gl/8VVx4TzLiEiCwpvs5</a:t>
            </a:r>
            <a:endParaRPr sz="700">
              <a:solidFill>
                <a:schemeClr val="dk1"/>
              </a:solidFill>
              <a:latin typeface="Times New Roman"/>
              <a:ea typeface="Times New Roman"/>
              <a:cs typeface="Times New Roman"/>
              <a:sym typeface="Times New Roman"/>
            </a:endParaRPr>
          </a:p>
        </p:txBody>
      </p:sp>
      <p:sp>
        <p:nvSpPr>
          <p:cNvPr id="322" name="Google Shape;322;p43"/>
          <p:cNvSpPr txBox="1"/>
          <p:nvPr>
            <p:ph idx="12" type="sldNum"/>
          </p:nvPr>
        </p:nvSpPr>
        <p:spPr>
          <a:xfrm>
            <a:off x="6553200" y="4767263"/>
            <a:ext cx="2133600" cy="273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4"/>
          <p:cNvSpPr txBox="1"/>
          <p:nvPr>
            <p:ph type="ctrTitle"/>
          </p:nvPr>
        </p:nvSpPr>
        <p:spPr>
          <a:xfrm>
            <a:off x="484100" y="254175"/>
            <a:ext cx="3969600" cy="593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 sz="2600">
                <a:latin typeface="Times New Roman"/>
                <a:ea typeface="Times New Roman"/>
                <a:cs typeface="Times New Roman"/>
                <a:sym typeface="Times New Roman"/>
              </a:rPr>
              <a:t>  </a:t>
            </a:r>
            <a:r>
              <a:rPr b="1" lang="en" sz="2600">
                <a:latin typeface="Times New Roman"/>
                <a:ea typeface="Times New Roman"/>
                <a:cs typeface="Times New Roman"/>
                <a:sym typeface="Times New Roman"/>
              </a:rPr>
              <a:t>Conclusions</a:t>
            </a:r>
            <a:endParaRPr b="1" sz="2600">
              <a:latin typeface="Times New Roman"/>
              <a:ea typeface="Times New Roman"/>
              <a:cs typeface="Times New Roman"/>
              <a:sym typeface="Times New Roman"/>
            </a:endParaRPr>
          </a:p>
        </p:txBody>
      </p:sp>
      <p:sp>
        <p:nvSpPr>
          <p:cNvPr id="328" name="Google Shape;328;p44"/>
          <p:cNvSpPr txBox="1"/>
          <p:nvPr>
            <p:ph idx="1" type="subTitle"/>
          </p:nvPr>
        </p:nvSpPr>
        <p:spPr>
          <a:xfrm>
            <a:off x="605125" y="726150"/>
            <a:ext cx="8023800" cy="39816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1200"/>
              </a:spcBef>
              <a:spcAft>
                <a:spcPts val="0"/>
              </a:spcAft>
              <a:buNone/>
            </a:pPr>
            <a:br>
              <a:rPr b="1" lang="en" sz="1300">
                <a:solidFill>
                  <a:schemeClr val="dk1"/>
                </a:solidFill>
              </a:rPr>
            </a:br>
            <a:r>
              <a:rPr b="1" lang="en" sz="1400">
                <a:solidFill>
                  <a:schemeClr val="dk1"/>
                </a:solidFill>
                <a:latin typeface="Times New Roman"/>
                <a:ea typeface="Times New Roman"/>
                <a:cs typeface="Times New Roman"/>
                <a:sym typeface="Times New Roman"/>
              </a:rPr>
              <a:t>Obesity is a Complex, Multifaceted Issue</a:t>
            </a:r>
            <a:endParaRPr b="1" sz="14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Influenced by genetics, lifestyle, environment, and healthcare access.</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Machine learning enables early detection and data-driven interventions.</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400">
                <a:solidFill>
                  <a:schemeClr val="dk1"/>
                </a:solidFill>
                <a:latin typeface="Times New Roman"/>
                <a:ea typeface="Times New Roman"/>
                <a:cs typeface="Times New Roman"/>
                <a:sym typeface="Times New Roman"/>
              </a:rPr>
              <a:t>Best Performing Models</a:t>
            </a:r>
            <a:endParaRPr b="1" sz="14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MLP had the highest accuracy &amp; generalizability.</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SVM &amp; Gradient Boosting were strong alternatives.</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DNN underperformed, showing simpler models can be just as effective.</a:t>
            </a:r>
            <a:endParaRPr sz="1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 sz="1400">
                <a:solidFill>
                  <a:schemeClr val="dk1"/>
                </a:solidFill>
                <a:latin typeface="Times New Roman"/>
                <a:ea typeface="Times New Roman"/>
                <a:cs typeface="Times New Roman"/>
                <a:sym typeface="Times New Roman"/>
              </a:rPr>
              <a:t>Beyond Prediction: Real-World Impact</a:t>
            </a:r>
            <a:endParaRPr b="1" sz="1400">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Data alone won’t solve the obesity crisis—action is needed.</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Governments must prioritize prevention, food access, and physical activity.</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latin typeface="Times New Roman"/>
                <a:ea typeface="Times New Roman"/>
                <a:cs typeface="Times New Roman"/>
                <a:sym typeface="Times New Roman"/>
              </a:rPr>
              <a:t>Combining machine learning, policy, and behavioral change is key to reducing obesity rates and improving public health.</a:t>
            </a:r>
            <a:endParaRPr sz="1400">
              <a:solidFill>
                <a:schemeClr val="dk1"/>
              </a:solidFill>
              <a:latin typeface="Times New Roman"/>
              <a:ea typeface="Times New Roman"/>
              <a:cs typeface="Times New Roman"/>
              <a:sym typeface="Times New Roman"/>
            </a:endParaRPr>
          </a:p>
        </p:txBody>
      </p:sp>
      <p:pic>
        <p:nvPicPr>
          <p:cNvPr id="329" name="Google Shape;329;p44"/>
          <p:cNvPicPr preferRelativeResize="0"/>
          <p:nvPr/>
        </p:nvPicPr>
        <p:blipFill>
          <a:blip r:embed="rId3">
            <a:alphaModFix/>
          </a:blip>
          <a:stretch>
            <a:fillRect/>
          </a:stretch>
        </p:blipFill>
        <p:spPr>
          <a:xfrm>
            <a:off x="6260275" y="847275"/>
            <a:ext cx="2771450" cy="2771450"/>
          </a:xfrm>
          <a:prstGeom prst="rect">
            <a:avLst/>
          </a:prstGeom>
          <a:noFill/>
          <a:ln>
            <a:noFill/>
          </a:ln>
        </p:spPr>
      </p:pic>
      <p:sp>
        <p:nvSpPr>
          <p:cNvPr id="330" name="Google Shape;330;p44"/>
          <p:cNvSpPr txBox="1"/>
          <p:nvPr/>
        </p:nvSpPr>
        <p:spPr>
          <a:xfrm>
            <a:off x="6656300" y="3533900"/>
            <a:ext cx="3909000" cy="21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Times New Roman"/>
                <a:ea typeface="Times New Roman"/>
                <a:cs typeface="Times New Roman"/>
                <a:sym typeface="Times New Roman"/>
              </a:rPr>
              <a:t>https://images.app.goo.gl/fKmDLze459XjJonA7</a:t>
            </a:r>
            <a:endParaRPr sz="700">
              <a:solidFill>
                <a:schemeClr val="dk1"/>
              </a:solidFill>
              <a:latin typeface="Times New Roman"/>
              <a:ea typeface="Times New Roman"/>
              <a:cs typeface="Times New Roman"/>
              <a:sym typeface="Times New Roman"/>
            </a:endParaRPr>
          </a:p>
        </p:txBody>
      </p:sp>
      <p:sp>
        <p:nvSpPr>
          <p:cNvPr id="331" name="Google Shape;331;p44"/>
          <p:cNvSpPr txBox="1"/>
          <p:nvPr>
            <p:ph idx="12" type="sldNum"/>
          </p:nvPr>
        </p:nvSpPr>
        <p:spPr>
          <a:xfrm>
            <a:off x="6553200" y="4767263"/>
            <a:ext cx="2133600" cy="273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5"/>
          <p:cNvSpPr txBox="1"/>
          <p:nvPr>
            <p:ph type="ctrTitle"/>
          </p:nvPr>
        </p:nvSpPr>
        <p:spPr>
          <a:xfrm>
            <a:off x="685800" y="689874"/>
            <a:ext cx="7772400" cy="3291900"/>
          </a:xfrm>
          <a:prstGeom prst="rect">
            <a:avLst/>
          </a:prstGeom>
        </p:spPr>
        <p:txBody>
          <a:bodyPr anchorCtr="0" anchor="ctr"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 sz="1400">
                <a:latin typeface="Times New Roman"/>
                <a:ea typeface="Times New Roman"/>
                <a:cs typeface="Times New Roman"/>
                <a:sym typeface="Times New Roman"/>
              </a:rPr>
              <a:t>Dataset &amp; Generalizability</a:t>
            </a:r>
            <a:endParaRPr b="1" sz="1400">
              <a:latin typeface="Times New Roman"/>
              <a:ea typeface="Times New Roman"/>
              <a:cs typeface="Times New Roman"/>
              <a:sym typeface="Times New Roman"/>
            </a:endParaRPr>
          </a:p>
          <a:p>
            <a:pPr indent="-317500" lvl="0" marL="457200" rtl="0" algn="l">
              <a:lnSpc>
                <a:spcPct val="115000"/>
              </a:lnSpc>
              <a:spcBef>
                <a:spcPts val="1200"/>
              </a:spcBef>
              <a:spcAft>
                <a:spcPts val="0"/>
              </a:spcAft>
              <a:buSzPts val="1400"/>
              <a:buChar char="●"/>
            </a:pPr>
            <a:r>
              <a:rPr lang="en" sz="1400">
                <a:latin typeface="Times New Roman"/>
                <a:ea typeface="Times New Roman"/>
                <a:cs typeface="Times New Roman"/>
                <a:sym typeface="Times New Roman"/>
              </a:rPr>
              <a:t>Focused mainly on diet &amp; physical activity, missing socioeconomic &amp; genetic factors.</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Char char="●"/>
            </a:pPr>
            <a:r>
              <a:rPr lang="en" sz="1400">
                <a:latin typeface="Times New Roman"/>
                <a:ea typeface="Times New Roman"/>
                <a:cs typeface="Times New Roman"/>
                <a:sym typeface="Times New Roman"/>
              </a:rPr>
              <a:t>Limited diversity—obesity trends vary by region, age, and income levels.</a:t>
            </a:r>
            <a:endParaRPr sz="1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 sz="1400">
                <a:latin typeface="Times New Roman"/>
                <a:ea typeface="Times New Roman"/>
                <a:cs typeface="Times New Roman"/>
                <a:sym typeface="Times New Roman"/>
              </a:rPr>
              <a:t>Feature &amp; Model Limitations</a:t>
            </a:r>
            <a:endParaRPr b="1" sz="1400">
              <a:latin typeface="Times New Roman"/>
              <a:ea typeface="Times New Roman"/>
              <a:cs typeface="Times New Roman"/>
              <a:sym typeface="Times New Roman"/>
            </a:endParaRPr>
          </a:p>
          <a:p>
            <a:pPr indent="-317500" lvl="0" marL="457200" rtl="0" algn="l">
              <a:lnSpc>
                <a:spcPct val="115000"/>
              </a:lnSpc>
              <a:spcBef>
                <a:spcPts val="1200"/>
              </a:spcBef>
              <a:spcAft>
                <a:spcPts val="0"/>
              </a:spcAft>
              <a:buSzPts val="1400"/>
              <a:buChar char="●"/>
            </a:pPr>
            <a:r>
              <a:rPr lang="en" sz="1400">
                <a:latin typeface="Times New Roman"/>
                <a:ea typeface="Times New Roman"/>
                <a:cs typeface="Times New Roman"/>
                <a:sym typeface="Times New Roman"/>
              </a:rPr>
              <a:t>Advanced feature engineering not fully explored (e.g., interaction terms).</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Char char="●"/>
            </a:pPr>
            <a:r>
              <a:rPr lang="en" sz="1400">
                <a:latin typeface="Times New Roman"/>
                <a:ea typeface="Times New Roman"/>
                <a:cs typeface="Times New Roman"/>
                <a:sym typeface="Times New Roman"/>
              </a:rPr>
              <a:t>Grid search tuning was limited—more efficient methods like Bayesian Optimization could improve results.</a:t>
            </a:r>
            <a:endParaRPr sz="1400">
              <a:latin typeface="Times New Roman"/>
              <a:ea typeface="Times New Roman"/>
              <a:cs typeface="Times New Roman"/>
              <a:sym typeface="Times New Roman"/>
            </a:endParaRPr>
          </a:p>
          <a:p>
            <a:pPr indent="-317500" lvl="0" marL="457200" rtl="0" algn="l">
              <a:lnSpc>
                <a:spcPct val="115000"/>
              </a:lnSpc>
              <a:spcBef>
                <a:spcPts val="0"/>
              </a:spcBef>
              <a:spcAft>
                <a:spcPts val="0"/>
              </a:spcAft>
              <a:buSzPts val="1400"/>
              <a:buChar char="●"/>
            </a:pPr>
            <a:r>
              <a:rPr lang="en" sz="1400">
                <a:latin typeface="Times New Roman"/>
                <a:ea typeface="Times New Roman"/>
                <a:cs typeface="Times New Roman"/>
                <a:sym typeface="Times New Roman"/>
              </a:rPr>
              <a:t>Computational challenges—Deep learning models (DNN, MLP) require more resources, limiting real-world deployment.</a:t>
            </a:r>
            <a:endParaRPr/>
          </a:p>
        </p:txBody>
      </p:sp>
      <p:sp>
        <p:nvSpPr>
          <p:cNvPr id="337" name="Google Shape;337;p45"/>
          <p:cNvSpPr txBox="1"/>
          <p:nvPr>
            <p:ph type="ctrTitle"/>
          </p:nvPr>
        </p:nvSpPr>
        <p:spPr>
          <a:xfrm>
            <a:off x="685800" y="326775"/>
            <a:ext cx="1924200" cy="459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 sz="2600">
                <a:latin typeface="Times New Roman"/>
                <a:ea typeface="Times New Roman"/>
                <a:cs typeface="Times New Roman"/>
                <a:sym typeface="Times New Roman"/>
              </a:rPr>
              <a:t>Limitations</a:t>
            </a:r>
            <a:endParaRPr b="1" sz="2600">
              <a:latin typeface="Times New Roman"/>
              <a:ea typeface="Times New Roman"/>
              <a:cs typeface="Times New Roman"/>
              <a:sym typeface="Times New Roman"/>
            </a:endParaRPr>
          </a:p>
        </p:txBody>
      </p:sp>
      <p:sp>
        <p:nvSpPr>
          <p:cNvPr id="338" name="Google Shape;338;p45"/>
          <p:cNvSpPr txBox="1"/>
          <p:nvPr>
            <p:ph idx="12" type="sldNum"/>
          </p:nvPr>
        </p:nvSpPr>
        <p:spPr>
          <a:xfrm>
            <a:off x="6553200" y="4767263"/>
            <a:ext cx="2133600" cy="273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6"/>
          <p:cNvSpPr txBox="1"/>
          <p:nvPr>
            <p:ph type="ctrTitle"/>
          </p:nvPr>
        </p:nvSpPr>
        <p:spPr>
          <a:xfrm>
            <a:off x="685800" y="641345"/>
            <a:ext cx="7772400" cy="39213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1200"/>
              </a:spcBef>
              <a:spcAft>
                <a:spcPts val="0"/>
              </a:spcAft>
              <a:buNone/>
            </a:pPr>
            <a:r>
              <a:t/>
            </a:r>
            <a:endParaRPr b="1" sz="14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14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67808"/>
              <a:buFont typeface="Arial"/>
              <a:buNone/>
            </a:pPr>
            <a:r>
              <a:rPr b="1" lang="en" sz="1622">
                <a:latin typeface="Times New Roman"/>
                <a:ea typeface="Times New Roman"/>
                <a:cs typeface="Times New Roman"/>
                <a:sym typeface="Times New Roman"/>
              </a:rPr>
              <a:t>Enhancing the Model</a:t>
            </a:r>
            <a:endParaRPr b="1" sz="1622">
              <a:latin typeface="Times New Roman"/>
              <a:ea typeface="Times New Roman"/>
              <a:cs typeface="Times New Roman"/>
              <a:sym typeface="Times New Roman"/>
            </a:endParaRPr>
          </a:p>
          <a:p>
            <a:pPr indent="-321309" lvl="0" marL="457200" rtl="0" algn="l">
              <a:lnSpc>
                <a:spcPct val="115000"/>
              </a:lnSpc>
              <a:spcBef>
                <a:spcPts val="1200"/>
              </a:spcBef>
              <a:spcAft>
                <a:spcPts val="0"/>
              </a:spcAft>
              <a:buSzPct val="100000"/>
              <a:buChar char="●"/>
            </a:pPr>
            <a:r>
              <a:rPr lang="en" sz="1622">
                <a:latin typeface="Times New Roman"/>
                <a:ea typeface="Times New Roman"/>
                <a:cs typeface="Times New Roman"/>
                <a:sym typeface="Times New Roman"/>
              </a:rPr>
              <a:t>Expand dataset to include socioeconomic &amp; behavioral factors.</a:t>
            </a:r>
            <a:endParaRPr sz="1622">
              <a:latin typeface="Times New Roman"/>
              <a:ea typeface="Times New Roman"/>
              <a:cs typeface="Times New Roman"/>
              <a:sym typeface="Times New Roman"/>
            </a:endParaRPr>
          </a:p>
          <a:p>
            <a:pPr indent="-321309" lvl="0" marL="457200" rtl="0" algn="l">
              <a:lnSpc>
                <a:spcPct val="115000"/>
              </a:lnSpc>
              <a:spcBef>
                <a:spcPts val="0"/>
              </a:spcBef>
              <a:spcAft>
                <a:spcPts val="0"/>
              </a:spcAft>
              <a:buSzPct val="100000"/>
              <a:buChar char="●"/>
            </a:pPr>
            <a:r>
              <a:rPr lang="en" sz="1622">
                <a:latin typeface="Times New Roman"/>
                <a:ea typeface="Times New Roman"/>
                <a:cs typeface="Times New Roman"/>
                <a:sym typeface="Times New Roman"/>
              </a:rPr>
              <a:t>Use advanced tuning &amp; ensemble methods for better accuracy.</a:t>
            </a:r>
            <a:endParaRPr sz="1622">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67808"/>
              <a:buFont typeface="Arial"/>
              <a:buNone/>
            </a:pPr>
            <a:r>
              <a:rPr b="1" lang="en" sz="1622">
                <a:latin typeface="Times New Roman"/>
                <a:ea typeface="Times New Roman"/>
                <a:cs typeface="Times New Roman"/>
                <a:sym typeface="Times New Roman"/>
              </a:rPr>
              <a:t>Real-World Applications</a:t>
            </a:r>
            <a:endParaRPr b="1" sz="1622">
              <a:latin typeface="Times New Roman"/>
              <a:ea typeface="Times New Roman"/>
              <a:cs typeface="Times New Roman"/>
              <a:sym typeface="Times New Roman"/>
            </a:endParaRPr>
          </a:p>
          <a:p>
            <a:pPr indent="-321309" lvl="0" marL="457200" rtl="0" algn="l">
              <a:lnSpc>
                <a:spcPct val="115000"/>
              </a:lnSpc>
              <a:spcBef>
                <a:spcPts val="1200"/>
              </a:spcBef>
              <a:spcAft>
                <a:spcPts val="0"/>
              </a:spcAft>
              <a:buSzPct val="100000"/>
              <a:buChar char="●"/>
            </a:pPr>
            <a:r>
              <a:rPr lang="en" sz="1622">
                <a:latin typeface="Times New Roman"/>
                <a:ea typeface="Times New Roman"/>
                <a:cs typeface="Times New Roman"/>
                <a:sym typeface="Times New Roman"/>
              </a:rPr>
              <a:t>Leverage AI-powered health apps &amp; wearables for personalized insights.</a:t>
            </a:r>
            <a:endParaRPr sz="1622">
              <a:latin typeface="Times New Roman"/>
              <a:ea typeface="Times New Roman"/>
              <a:cs typeface="Times New Roman"/>
              <a:sym typeface="Times New Roman"/>
            </a:endParaRPr>
          </a:p>
          <a:p>
            <a:pPr indent="-321309" lvl="0" marL="457200" rtl="0" algn="l">
              <a:lnSpc>
                <a:spcPct val="115000"/>
              </a:lnSpc>
              <a:spcBef>
                <a:spcPts val="0"/>
              </a:spcBef>
              <a:spcAft>
                <a:spcPts val="0"/>
              </a:spcAft>
              <a:buSzPct val="100000"/>
              <a:buChar char="●"/>
            </a:pPr>
            <a:r>
              <a:rPr lang="en" sz="1622">
                <a:latin typeface="Times New Roman"/>
                <a:ea typeface="Times New Roman"/>
                <a:cs typeface="Times New Roman"/>
                <a:sym typeface="Times New Roman"/>
              </a:rPr>
              <a:t>Strengthen public health policies (sugar tax, food labeling, school nutrition).</a:t>
            </a:r>
            <a:endParaRPr sz="1622">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67808"/>
              <a:buFont typeface="Arial"/>
              <a:buNone/>
            </a:pPr>
            <a:r>
              <a:rPr b="1" lang="en" sz="1622">
                <a:latin typeface="Times New Roman"/>
                <a:ea typeface="Times New Roman"/>
                <a:cs typeface="Times New Roman"/>
                <a:sym typeface="Times New Roman"/>
              </a:rPr>
              <a:t>Addressing Global Disparities</a:t>
            </a:r>
            <a:endParaRPr b="1" sz="1622">
              <a:latin typeface="Times New Roman"/>
              <a:ea typeface="Times New Roman"/>
              <a:cs typeface="Times New Roman"/>
              <a:sym typeface="Times New Roman"/>
            </a:endParaRPr>
          </a:p>
          <a:p>
            <a:pPr indent="-321309" lvl="0" marL="457200" rtl="0" algn="l">
              <a:lnSpc>
                <a:spcPct val="115000"/>
              </a:lnSpc>
              <a:spcBef>
                <a:spcPts val="1200"/>
              </a:spcBef>
              <a:spcAft>
                <a:spcPts val="0"/>
              </a:spcAft>
              <a:buSzPct val="100000"/>
              <a:buChar char="●"/>
            </a:pPr>
            <a:r>
              <a:rPr lang="en" sz="1622">
                <a:latin typeface="Times New Roman"/>
                <a:ea typeface="Times New Roman"/>
                <a:cs typeface="Times New Roman"/>
                <a:sym typeface="Times New Roman"/>
              </a:rPr>
              <a:t>Improve healthcare access &amp; obesity prevention in developing countries.</a:t>
            </a:r>
            <a:endParaRPr sz="1622">
              <a:latin typeface="Times New Roman"/>
              <a:ea typeface="Times New Roman"/>
              <a:cs typeface="Times New Roman"/>
              <a:sym typeface="Times New Roman"/>
            </a:endParaRPr>
          </a:p>
          <a:p>
            <a:pPr indent="-321309" lvl="0" marL="457200" rtl="0" algn="l">
              <a:lnSpc>
                <a:spcPct val="115000"/>
              </a:lnSpc>
              <a:spcBef>
                <a:spcPts val="0"/>
              </a:spcBef>
              <a:spcAft>
                <a:spcPts val="0"/>
              </a:spcAft>
              <a:buSzPct val="100000"/>
              <a:buChar char="●"/>
            </a:pPr>
            <a:r>
              <a:rPr lang="en" sz="1622">
                <a:latin typeface="Times New Roman"/>
                <a:ea typeface="Times New Roman"/>
                <a:cs typeface="Times New Roman"/>
                <a:sym typeface="Times New Roman"/>
              </a:rPr>
              <a:t>Regulate food industry marketing &amp; processed food policies.</a:t>
            </a:r>
            <a:endParaRPr sz="1622">
              <a:latin typeface="Times New Roman"/>
              <a:ea typeface="Times New Roman"/>
              <a:cs typeface="Times New Roman"/>
              <a:sym typeface="Times New Roman"/>
            </a:endParaRPr>
          </a:p>
          <a:p>
            <a:pPr indent="0" lvl="0" marL="0" rtl="0" algn="ctr">
              <a:spcBef>
                <a:spcPts val="1200"/>
              </a:spcBef>
              <a:spcAft>
                <a:spcPts val="0"/>
              </a:spcAft>
              <a:buNone/>
            </a:pPr>
            <a:r>
              <a:t/>
            </a:r>
            <a:endParaRPr/>
          </a:p>
        </p:txBody>
      </p:sp>
      <p:sp>
        <p:nvSpPr>
          <p:cNvPr id="344" name="Google Shape;344;p46"/>
          <p:cNvSpPr txBox="1"/>
          <p:nvPr>
            <p:ph type="ctrTitle"/>
          </p:nvPr>
        </p:nvSpPr>
        <p:spPr>
          <a:xfrm>
            <a:off x="625275" y="290475"/>
            <a:ext cx="2896500" cy="5082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 sz="2600">
                <a:latin typeface="Times New Roman"/>
                <a:ea typeface="Times New Roman"/>
                <a:cs typeface="Times New Roman"/>
                <a:sym typeface="Times New Roman"/>
              </a:rPr>
              <a:t>Recommendations</a:t>
            </a:r>
            <a:endParaRPr b="1" sz="2600">
              <a:latin typeface="Times New Roman"/>
              <a:ea typeface="Times New Roman"/>
              <a:cs typeface="Times New Roman"/>
              <a:sym typeface="Times New Roman"/>
            </a:endParaRPr>
          </a:p>
        </p:txBody>
      </p:sp>
      <p:pic>
        <p:nvPicPr>
          <p:cNvPr id="345" name="Google Shape;345;p46"/>
          <p:cNvPicPr preferRelativeResize="0"/>
          <p:nvPr/>
        </p:nvPicPr>
        <p:blipFill>
          <a:blip r:embed="rId3">
            <a:alphaModFix/>
          </a:blip>
          <a:stretch>
            <a:fillRect/>
          </a:stretch>
        </p:blipFill>
        <p:spPr>
          <a:xfrm>
            <a:off x="6922550" y="2367800"/>
            <a:ext cx="2034525" cy="2256475"/>
          </a:xfrm>
          <a:prstGeom prst="rect">
            <a:avLst/>
          </a:prstGeom>
          <a:noFill/>
          <a:ln>
            <a:noFill/>
          </a:ln>
        </p:spPr>
      </p:pic>
      <p:sp>
        <p:nvSpPr>
          <p:cNvPr id="346" name="Google Shape;346;p46"/>
          <p:cNvSpPr txBox="1"/>
          <p:nvPr>
            <p:ph idx="12" type="sldNum"/>
          </p:nvPr>
        </p:nvSpPr>
        <p:spPr>
          <a:xfrm>
            <a:off x="6553200" y="4767263"/>
            <a:ext cx="2133600" cy="273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7"/>
          <p:cNvSpPr txBox="1"/>
          <p:nvPr>
            <p:ph type="ctrTitle"/>
          </p:nvPr>
        </p:nvSpPr>
        <p:spPr>
          <a:xfrm>
            <a:off x="685800" y="1597819"/>
            <a:ext cx="7772400" cy="11025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
                <a:latin typeface="Times New Roman"/>
                <a:ea typeface="Times New Roman"/>
                <a:cs typeface="Times New Roman"/>
                <a:sym typeface="Times New Roman"/>
              </a:rPr>
              <a:t>Data + Policy + Action = </a:t>
            </a:r>
            <a:endParaRPr b="1">
              <a:latin typeface="Times New Roman"/>
              <a:ea typeface="Times New Roman"/>
              <a:cs typeface="Times New Roman"/>
              <a:sym typeface="Times New Roman"/>
            </a:endParaRPr>
          </a:p>
          <a:p>
            <a:pPr indent="0" lvl="0" marL="0" rtl="0" algn="ctr">
              <a:spcBef>
                <a:spcPts val="0"/>
              </a:spcBef>
              <a:spcAft>
                <a:spcPts val="0"/>
              </a:spcAft>
              <a:buNone/>
            </a:pPr>
            <a:r>
              <a:rPr b="1" lang="en">
                <a:latin typeface="Times New Roman"/>
                <a:ea typeface="Times New Roman"/>
                <a:cs typeface="Times New Roman"/>
                <a:sym typeface="Times New Roman"/>
              </a:rPr>
              <a:t>A Healthier Future!</a:t>
            </a:r>
            <a:endParaRPr b="1">
              <a:latin typeface="Times New Roman"/>
              <a:ea typeface="Times New Roman"/>
              <a:cs typeface="Times New Roman"/>
              <a:sym typeface="Times New Roman"/>
            </a:endParaRPr>
          </a:p>
        </p:txBody>
      </p:sp>
      <p:sp>
        <p:nvSpPr>
          <p:cNvPr id="352" name="Google Shape;352;p47"/>
          <p:cNvSpPr txBox="1"/>
          <p:nvPr>
            <p:ph idx="1" type="subTitle"/>
          </p:nvPr>
        </p:nvSpPr>
        <p:spPr>
          <a:xfrm>
            <a:off x="1371600" y="2914650"/>
            <a:ext cx="6400800" cy="1314600"/>
          </a:xfrm>
          <a:prstGeom prst="rect">
            <a:avLst/>
          </a:prstGeom>
        </p:spPr>
        <p:txBody>
          <a:bodyPr anchorCtr="0" anchor="t" bIns="45700" lIns="91425" spcFirstLastPara="1" rIns="91425" wrap="square" tIns="45700">
            <a:normAutofit/>
          </a:bodyPr>
          <a:lstStyle/>
          <a:p>
            <a:pPr indent="0" lvl="0" marL="0" rtl="0" algn="ctr">
              <a:spcBef>
                <a:spcPts val="640"/>
              </a:spcBef>
              <a:spcAft>
                <a:spcPts val="0"/>
              </a:spcAft>
              <a:buNone/>
            </a:pPr>
            <a:r>
              <a:t/>
            </a:r>
            <a:endParaRPr/>
          </a:p>
        </p:txBody>
      </p:sp>
      <p:sp>
        <p:nvSpPr>
          <p:cNvPr id="353" name="Google Shape;353;p47"/>
          <p:cNvSpPr txBox="1"/>
          <p:nvPr>
            <p:ph idx="12" type="sldNum"/>
          </p:nvPr>
        </p:nvSpPr>
        <p:spPr>
          <a:xfrm>
            <a:off x="6553200" y="4767263"/>
            <a:ext cx="2133600" cy="273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8"/>
          <p:cNvSpPr txBox="1"/>
          <p:nvPr>
            <p:ph type="ctrTitle"/>
          </p:nvPr>
        </p:nvSpPr>
        <p:spPr>
          <a:xfrm>
            <a:off x="685800" y="302575"/>
            <a:ext cx="3255600" cy="471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rPr b="1" lang="en" sz="2600">
                <a:latin typeface="Times New Roman"/>
                <a:ea typeface="Times New Roman"/>
                <a:cs typeface="Times New Roman"/>
                <a:sym typeface="Times New Roman"/>
              </a:rPr>
              <a:t>Team Contributions</a:t>
            </a:r>
            <a:endParaRPr b="1" sz="2600">
              <a:latin typeface="Times New Roman"/>
              <a:ea typeface="Times New Roman"/>
              <a:cs typeface="Times New Roman"/>
              <a:sym typeface="Times New Roman"/>
            </a:endParaRPr>
          </a:p>
        </p:txBody>
      </p:sp>
      <p:pic>
        <p:nvPicPr>
          <p:cNvPr id="359" name="Google Shape;359;p48"/>
          <p:cNvPicPr preferRelativeResize="0"/>
          <p:nvPr/>
        </p:nvPicPr>
        <p:blipFill rotWithShape="1">
          <a:blip r:embed="rId3">
            <a:alphaModFix/>
          </a:blip>
          <a:srcRect b="40705" l="9730" r="56281" t="36941"/>
          <a:stretch/>
        </p:blipFill>
        <p:spPr>
          <a:xfrm>
            <a:off x="716062" y="2759350"/>
            <a:ext cx="1294949" cy="1149725"/>
          </a:xfrm>
          <a:prstGeom prst="rect">
            <a:avLst/>
          </a:prstGeom>
          <a:noFill/>
          <a:ln>
            <a:noFill/>
          </a:ln>
        </p:spPr>
      </p:pic>
      <p:pic>
        <p:nvPicPr>
          <p:cNvPr id="360" name="Google Shape;360;p48"/>
          <p:cNvPicPr preferRelativeResize="0"/>
          <p:nvPr/>
        </p:nvPicPr>
        <p:blipFill rotWithShape="1">
          <a:blip r:embed="rId3">
            <a:alphaModFix/>
          </a:blip>
          <a:srcRect b="9405" l="12079" r="53930" t="65036"/>
          <a:stretch/>
        </p:blipFill>
        <p:spPr>
          <a:xfrm>
            <a:off x="4889350" y="2676912"/>
            <a:ext cx="1294949" cy="1314601"/>
          </a:xfrm>
          <a:prstGeom prst="rect">
            <a:avLst/>
          </a:prstGeom>
          <a:noFill/>
          <a:ln>
            <a:noFill/>
          </a:ln>
        </p:spPr>
      </p:pic>
      <p:pic>
        <p:nvPicPr>
          <p:cNvPr id="361" name="Google Shape;361;p48"/>
          <p:cNvPicPr preferRelativeResize="0"/>
          <p:nvPr/>
        </p:nvPicPr>
        <p:blipFill rotWithShape="1">
          <a:blip r:embed="rId3">
            <a:alphaModFix/>
          </a:blip>
          <a:srcRect b="40000" l="53446" r="12565" t="35999"/>
          <a:stretch/>
        </p:blipFill>
        <p:spPr>
          <a:xfrm>
            <a:off x="4828850" y="964400"/>
            <a:ext cx="1294949" cy="1234498"/>
          </a:xfrm>
          <a:prstGeom prst="rect">
            <a:avLst/>
          </a:prstGeom>
          <a:noFill/>
          <a:ln>
            <a:noFill/>
          </a:ln>
        </p:spPr>
      </p:pic>
      <p:pic>
        <p:nvPicPr>
          <p:cNvPr id="362" name="Google Shape;362;p48"/>
          <p:cNvPicPr preferRelativeResize="0"/>
          <p:nvPr/>
        </p:nvPicPr>
        <p:blipFill rotWithShape="1">
          <a:blip r:embed="rId3">
            <a:alphaModFix/>
          </a:blip>
          <a:srcRect b="68846" l="54270" r="10153" t="5594"/>
          <a:stretch/>
        </p:blipFill>
        <p:spPr>
          <a:xfrm>
            <a:off x="685800" y="924350"/>
            <a:ext cx="1355476" cy="1314601"/>
          </a:xfrm>
          <a:prstGeom prst="rect">
            <a:avLst/>
          </a:prstGeom>
          <a:noFill/>
          <a:ln>
            <a:noFill/>
          </a:ln>
        </p:spPr>
      </p:pic>
      <p:sp>
        <p:nvSpPr>
          <p:cNvPr id="363" name="Google Shape;363;p48"/>
          <p:cNvSpPr txBox="1"/>
          <p:nvPr/>
        </p:nvSpPr>
        <p:spPr>
          <a:xfrm>
            <a:off x="2154225" y="1089200"/>
            <a:ext cx="2250900" cy="13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Lead Developer, wrote all code and conducted feature engineering &amp; EDA for both the project and report.</a:t>
            </a:r>
            <a:endParaRPr sz="3500">
              <a:solidFill>
                <a:schemeClr val="dk1"/>
              </a:solidFill>
              <a:latin typeface="Times New Roman"/>
              <a:ea typeface="Times New Roman"/>
              <a:cs typeface="Times New Roman"/>
              <a:sym typeface="Times New Roman"/>
            </a:endParaRPr>
          </a:p>
        </p:txBody>
      </p:sp>
      <p:sp>
        <p:nvSpPr>
          <p:cNvPr id="364" name="Google Shape;364;p48"/>
          <p:cNvSpPr txBox="1"/>
          <p:nvPr/>
        </p:nvSpPr>
        <p:spPr>
          <a:xfrm>
            <a:off x="685800" y="2095100"/>
            <a:ext cx="1524900" cy="3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Times New Roman"/>
                <a:ea typeface="Times New Roman"/>
                <a:cs typeface="Times New Roman"/>
                <a:sym typeface="Times New Roman"/>
              </a:rPr>
              <a:t>Zixuan Zhang</a:t>
            </a:r>
            <a:endParaRPr b="1">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b="1">
              <a:solidFill>
                <a:schemeClr val="dk1"/>
              </a:solidFill>
              <a:latin typeface="Times New Roman"/>
              <a:ea typeface="Times New Roman"/>
              <a:cs typeface="Times New Roman"/>
              <a:sym typeface="Times New Roman"/>
            </a:endParaRPr>
          </a:p>
        </p:txBody>
      </p:sp>
      <p:sp>
        <p:nvSpPr>
          <p:cNvPr id="365" name="Google Shape;365;p48"/>
          <p:cNvSpPr txBox="1"/>
          <p:nvPr/>
        </p:nvSpPr>
        <p:spPr>
          <a:xfrm>
            <a:off x="6438450" y="1008650"/>
            <a:ext cx="2250900" cy="11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Designed and developed the PowerPoint presentation and contributed to model training &amp; evaluation in the report.</a:t>
            </a:r>
            <a:endParaRPr>
              <a:solidFill>
                <a:schemeClr val="dk1"/>
              </a:solidFill>
              <a:latin typeface="Times New Roman"/>
              <a:ea typeface="Times New Roman"/>
              <a:cs typeface="Times New Roman"/>
              <a:sym typeface="Times New Roman"/>
            </a:endParaRPr>
          </a:p>
        </p:txBody>
      </p:sp>
      <p:sp>
        <p:nvSpPr>
          <p:cNvPr id="366" name="Google Shape;366;p48"/>
          <p:cNvSpPr txBox="1"/>
          <p:nvPr/>
        </p:nvSpPr>
        <p:spPr>
          <a:xfrm>
            <a:off x="5022475" y="2122400"/>
            <a:ext cx="13554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latin typeface="Times New Roman"/>
                <a:ea typeface="Times New Roman"/>
                <a:cs typeface="Times New Roman"/>
                <a:sym typeface="Times New Roman"/>
              </a:rPr>
              <a:t>Yahui Qian </a:t>
            </a:r>
            <a:endParaRPr b="1" sz="3500">
              <a:solidFill>
                <a:schemeClr val="dk1"/>
              </a:solidFill>
              <a:latin typeface="Times New Roman"/>
              <a:ea typeface="Times New Roman"/>
              <a:cs typeface="Times New Roman"/>
              <a:sym typeface="Times New Roman"/>
            </a:endParaRPr>
          </a:p>
        </p:txBody>
      </p:sp>
      <p:sp>
        <p:nvSpPr>
          <p:cNvPr id="367" name="Google Shape;367;p48"/>
          <p:cNvSpPr txBox="1"/>
          <p:nvPr/>
        </p:nvSpPr>
        <p:spPr>
          <a:xfrm>
            <a:off x="2210700" y="2718525"/>
            <a:ext cx="1851600" cy="13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Responsible for paper writing, structuring findings, and drawing conclusions.</a:t>
            </a:r>
            <a:endParaRPr>
              <a:solidFill>
                <a:schemeClr val="dk1"/>
              </a:solidFill>
              <a:latin typeface="Times New Roman"/>
              <a:ea typeface="Times New Roman"/>
              <a:cs typeface="Times New Roman"/>
              <a:sym typeface="Times New Roman"/>
            </a:endParaRPr>
          </a:p>
        </p:txBody>
      </p:sp>
      <p:sp>
        <p:nvSpPr>
          <p:cNvPr id="368" name="Google Shape;368;p48"/>
          <p:cNvSpPr txBox="1"/>
          <p:nvPr/>
        </p:nvSpPr>
        <p:spPr>
          <a:xfrm>
            <a:off x="6486900" y="2759400"/>
            <a:ext cx="2154000" cy="114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Assisted with research, literature review, and refining key insights.</a:t>
            </a:r>
            <a:endParaRPr>
              <a:solidFill>
                <a:schemeClr val="dk1"/>
              </a:solidFill>
              <a:latin typeface="Times New Roman"/>
              <a:ea typeface="Times New Roman"/>
              <a:cs typeface="Times New Roman"/>
              <a:sym typeface="Times New Roman"/>
            </a:endParaRPr>
          </a:p>
        </p:txBody>
      </p:sp>
      <p:sp>
        <p:nvSpPr>
          <p:cNvPr id="369" name="Google Shape;369;p48"/>
          <p:cNvSpPr txBox="1"/>
          <p:nvPr/>
        </p:nvSpPr>
        <p:spPr>
          <a:xfrm>
            <a:off x="859425" y="3836475"/>
            <a:ext cx="1294800" cy="3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Times New Roman"/>
                <a:ea typeface="Times New Roman"/>
                <a:cs typeface="Times New Roman"/>
                <a:sym typeface="Times New Roman"/>
              </a:rPr>
              <a:t>Chenyi Zhao</a:t>
            </a:r>
            <a:endParaRPr b="1">
              <a:solidFill>
                <a:schemeClr val="dk1"/>
              </a:solidFill>
              <a:latin typeface="Times New Roman"/>
              <a:ea typeface="Times New Roman"/>
              <a:cs typeface="Times New Roman"/>
              <a:sym typeface="Times New Roman"/>
            </a:endParaRPr>
          </a:p>
        </p:txBody>
      </p:sp>
      <p:sp>
        <p:nvSpPr>
          <p:cNvPr id="370" name="Google Shape;370;p48"/>
          <p:cNvSpPr txBox="1"/>
          <p:nvPr/>
        </p:nvSpPr>
        <p:spPr>
          <a:xfrm>
            <a:off x="5022475" y="3836475"/>
            <a:ext cx="1355400" cy="30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Times New Roman"/>
                <a:ea typeface="Times New Roman"/>
                <a:cs typeface="Times New Roman"/>
                <a:sym typeface="Times New Roman"/>
              </a:rPr>
              <a:t>Jinghan Feng</a:t>
            </a:r>
            <a:endParaRPr b="1">
              <a:solidFill>
                <a:schemeClr val="dk1"/>
              </a:solidFill>
              <a:latin typeface="Times New Roman"/>
              <a:ea typeface="Times New Roman"/>
              <a:cs typeface="Times New Roman"/>
              <a:sym typeface="Times New Roman"/>
            </a:endParaRPr>
          </a:p>
        </p:txBody>
      </p:sp>
      <p:sp>
        <p:nvSpPr>
          <p:cNvPr id="371" name="Google Shape;371;p48"/>
          <p:cNvSpPr txBox="1"/>
          <p:nvPr>
            <p:ph idx="12" type="sldNum"/>
          </p:nvPr>
        </p:nvSpPr>
        <p:spPr>
          <a:xfrm>
            <a:off x="6553200" y="4767263"/>
            <a:ext cx="2133600" cy="273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pic>
        <p:nvPicPr>
          <p:cNvPr id="376" name="Google Shape;376;p49"/>
          <p:cNvPicPr preferRelativeResize="0"/>
          <p:nvPr/>
        </p:nvPicPr>
        <p:blipFill rotWithShape="1">
          <a:blip r:embed="rId3">
            <a:alphaModFix/>
          </a:blip>
          <a:srcRect b="0" l="0" r="0" t="0"/>
          <a:stretch/>
        </p:blipFill>
        <p:spPr>
          <a:xfrm>
            <a:off x="288281" y="172875"/>
            <a:ext cx="8678700" cy="4860056"/>
          </a:xfrm>
          <a:prstGeom prst="rect">
            <a:avLst/>
          </a:prstGeom>
          <a:noFill/>
          <a:ln>
            <a:noFill/>
          </a:ln>
        </p:spPr>
      </p:pic>
      <p:sp>
        <p:nvSpPr>
          <p:cNvPr id="377" name="Google Shape;377;p49"/>
          <p:cNvSpPr txBox="1"/>
          <p:nvPr>
            <p:ph type="title"/>
          </p:nvPr>
        </p:nvSpPr>
        <p:spPr>
          <a:xfrm>
            <a:off x="471504" y="205375"/>
            <a:ext cx="7816200" cy="745800"/>
          </a:xfrm>
          <a:prstGeom prst="rect">
            <a:avLst/>
          </a:prstGeom>
          <a:solidFill>
            <a:srgbClr val="F3F3F3">
              <a:alpha val="80000"/>
            </a:srgbClr>
          </a:solid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3300"/>
              <a:buFont typeface="Book Antiqua"/>
              <a:buNone/>
            </a:pPr>
            <a:r>
              <a:rPr lang="en" sz="2400"/>
              <a:t> </a:t>
            </a:r>
            <a:r>
              <a:rPr lang="en" sz="2400"/>
              <a:t>Reference</a:t>
            </a:r>
            <a:endParaRPr b="1" sz="2400"/>
          </a:p>
        </p:txBody>
      </p:sp>
      <p:sp>
        <p:nvSpPr>
          <p:cNvPr id="378" name="Google Shape;378;p49"/>
          <p:cNvSpPr txBox="1"/>
          <p:nvPr>
            <p:ph idx="1" type="body"/>
          </p:nvPr>
        </p:nvSpPr>
        <p:spPr>
          <a:xfrm>
            <a:off x="471500" y="1026925"/>
            <a:ext cx="7816200" cy="3685800"/>
          </a:xfrm>
          <a:prstGeom prst="rect">
            <a:avLst/>
          </a:prstGeom>
          <a:gradFill>
            <a:gsLst>
              <a:gs pos="0">
                <a:srgbClr val="FFFFFF"/>
              </a:gs>
              <a:gs pos="100000">
                <a:srgbClr val="B3B3B3"/>
              </a:gs>
            </a:gsLst>
            <a:lin ang="5400012" scaled="0"/>
          </a:gradFill>
          <a:ln>
            <a:noFill/>
          </a:ln>
          <a:effectLst>
            <a:outerShdw blurRad="57150" rotWithShape="0" algn="bl" dir="5400000" dist="19050">
              <a:srgbClr val="000000">
                <a:alpha val="20000"/>
              </a:srgbClr>
            </a:outerShdw>
          </a:effectLst>
        </p:spPr>
        <p:txBody>
          <a:bodyPr anchorCtr="0" anchor="t" bIns="34275" lIns="68575" spcFirstLastPara="1" rIns="68575" wrap="square" tIns="34275">
            <a:normAutofit fontScale="62500" lnSpcReduction="20000"/>
          </a:bodyPr>
          <a:lstStyle/>
          <a:p>
            <a:pPr indent="-457200" lvl="0" marL="457200" rtl="0" algn="l">
              <a:lnSpc>
                <a:spcPct val="115000"/>
              </a:lnSpc>
              <a:spcBef>
                <a:spcPts val="1200"/>
              </a:spcBef>
              <a:spcAft>
                <a:spcPts val="0"/>
              </a:spcAft>
              <a:buNone/>
            </a:pPr>
            <a:r>
              <a:rPr lang="en" sz="1200">
                <a:solidFill>
                  <a:schemeClr val="dk1"/>
                </a:solidFill>
              </a:rPr>
              <a:t>Aiosa, G. V., M. Palesi, and F. Sapuppo. "EXplainable AI for Decision Support to Obesity Comorbidities Diagnosis." </a:t>
            </a:r>
            <a:r>
              <a:rPr i="1" lang="en" sz="1200">
                <a:solidFill>
                  <a:schemeClr val="dk1"/>
                </a:solidFill>
              </a:rPr>
              <a:t>IEEE Access</a:t>
            </a:r>
            <a:r>
              <a:rPr lang="en" sz="1200">
                <a:solidFill>
                  <a:schemeClr val="dk1"/>
                </a:solidFill>
              </a:rPr>
              <a:t> 11 (2023): 107767–107782. </a:t>
            </a:r>
            <a:r>
              <a:rPr lang="en" sz="1200" u="sng">
                <a:solidFill>
                  <a:srgbClr val="1155CC"/>
                </a:solidFill>
                <a:hlinkClick r:id="rId4">
                  <a:extLst>
                    <a:ext uri="{A12FA001-AC4F-418D-AE19-62706E023703}">
                      <ahyp:hlinkClr val="tx"/>
                    </a:ext>
                  </a:extLst>
                </a:hlinkClick>
              </a:rPr>
              <a:t>https://doi.org/10.1109/ACCESS.2023.3320057</a:t>
            </a:r>
            <a:r>
              <a:rPr lang="en" sz="1200">
                <a:solidFill>
                  <a:schemeClr val="dk1"/>
                </a:solidFill>
              </a:rPr>
              <a:t>.</a:t>
            </a:r>
            <a:endParaRPr sz="1200">
              <a:solidFill>
                <a:schemeClr val="dk1"/>
              </a:solidFill>
            </a:endParaRPr>
          </a:p>
          <a:p>
            <a:pPr indent="-457200" lvl="0" marL="457200" rtl="0" algn="l">
              <a:lnSpc>
                <a:spcPct val="115000"/>
              </a:lnSpc>
              <a:spcBef>
                <a:spcPts val="1200"/>
              </a:spcBef>
              <a:spcAft>
                <a:spcPts val="0"/>
              </a:spcAft>
              <a:buNone/>
            </a:pPr>
            <a:r>
              <a:rPr lang="en" sz="1200">
                <a:solidFill>
                  <a:schemeClr val="dk1"/>
                </a:solidFill>
              </a:rPr>
              <a:t>Bogaardt, Laurens, Anoukh Van Giessen, H Susan J Picavet, and Hendriek C Boshuizen. “A Model of Individual BMI Trajectories.” </a:t>
            </a:r>
            <a:r>
              <a:rPr i="1" lang="en" sz="1200">
                <a:solidFill>
                  <a:schemeClr val="dk1"/>
                </a:solidFill>
              </a:rPr>
              <a:t>Mathematical Medicine and Biology</a:t>
            </a:r>
            <a:r>
              <a:rPr lang="en" sz="1200">
                <a:solidFill>
                  <a:schemeClr val="dk1"/>
                </a:solidFill>
              </a:rPr>
              <a:t> 41, no. 1 (2024): 1–18. </a:t>
            </a:r>
            <a:r>
              <a:rPr lang="en" sz="1200" u="sng">
                <a:solidFill>
                  <a:srgbClr val="1155CC"/>
                </a:solidFill>
                <a:hlinkClick r:id="rId5">
                  <a:extLst>
                    <a:ext uri="{A12FA001-AC4F-418D-AE19-62706E023703}">
                      <ahyp:hlinkClr val="tx"/>
                    </a:ext>
                  </a:extLst>
                </a:hlinkClick>
              </a:rPr>
              <a:t>https://doi.org/10.1093/imammb/dqad009</a:t>
            </a:r>
            <a:r>
              <a:rPr lang="en" sz="1200">
                <a:solidFill>
                  <a:schemeClr val="dk1"/>
                </a:solidFill>
              </a:rPr>
              <a:t>.</a:t>
            </a:r>
            <a:endParaRPr sz="1200">
              <a:solidFill>
                <a:schemeClr val="dk1"/>
              </a:solidFill>
            </a:endParaRPr>
          </a:p>
          <a:p>
            <a:pPr indent="-457200" lvl="0" marL="457200" rtl="0" algn="l">
              <a:lnSpc>
                <a:spcPct val="115000"/>
              </a:lnSpc>
              <a:spcBef>
                <a:spcPts val="1200"/>
              </a:spcBef>
              <a:spcAft>
                <a:spcPts val="0"/>
              </a:spcAft>
              <a:buNone/>
            </a:pPr>
            <a:r>
              <a:rPr lang="en" sz="1200">
                <a:solidFill>
                  <a:schemeClr val="dk1"/>
                </a:solidFill>
              </a:rPr>
              <a:t>Cervantes, Rodolfo Cañas, and Ubaldo Martinez Palacio. “Estimation of Obesity Levels Based on Computational Intelligence.” </a:t>
            </a:r>
            <a:r>
              <a:rPr i="1" lang="en" sz="1200">
                <a:solidFill>
                  <a:schemeClr val="dk1"/>
                </a:solidFill>
              </a:rPr>
              <a:t>Informatics in Medicine Unlocked</a:t>
            </a:r>
            <a:r>
              <a:rPr lang="en" sz="1200">
                <a:solidFill>
                  <a:schemeClr val="dk1"/>
                </a:solidFill>
              </a:rPr>
              <a:t> 21 (2020): 100472-. </a:t>
            </a:r>
            <a:r>
              <a:rPr lang="en" sz="1200" u="sng">
                <a:solidFill>
                  <a:srgbClr val="1155CC"/>
                </a:solidFill>
                <a:hlinkClick r:id="rId6">
                  <a:extLst>
                    <a:ext uri="{A12FA001-AC4F-418D-AE19-62706E023703}">
                      <ahyp:hlinkClr val="tx"/>
                    </a:ext>
                  </a:extLst>
                </a:hlinkClick>
              </a:rPr>
              <a:t>https://doi.org/10.1016/j.imu.2020.100472</a:t>
            </a:r>
            <a:r>
              <a:rPr lang="en" sz="1200">
                <a:solidFill>
                  <a:schemeClr val="dk1"/>
                </a:solidFill>
              </a:rPr>
              <a:t>.</a:t>
            </a:r>
            <a:endParaRPr sz="1200">
              <a:solidFill>
                <a:schemeClr val="dk1"/>
              </a:solidFill>
            </a:endParaRPr>
          </a:p>
          <a:p>
            <a:pPr indent="-457200" lvl="0" marL="457200" rtl="0" algn="l">
              <a:lnSpc>
                <a:spcPct val="115000"/>
              </a:lnSpc>
              <a:spcBef>
                <a:spcPts val="1200"/>
              </a:spcBef>
              <a:spcAft>
                <a:spcPts val="0"/>
              </a:spcAft>
              <a:buNone/>
            </a:pPr>
            <a:r>
              <a:rPr lang="en" sz="1200">
                <a:solidFill>
                  <a:schemeClr val="dk1"/>
                </a:solidFill>
              </a:rPr>
              <a:t>Chawla, N. V, K. W Bowyer, L. O Hall, and W. P Kegelmeyer. “SMOTE: Synthetic Minority Over-Sampling Technique.” </a:t>
            </a:r>
            <a:r>
              <a:rPr i="1" lang="en" sz="1200">
                <a:solidFill>
                  <a:schemeClr val="dk1"/>
                </a:solidFill>
              </a:rPr>
              <a:t>The Journal of Artificial Intelligence Research</a:t>
            </a:r>
            <a:r>
              <a:rPr lang="en" sz="1200">
                <a:solidFill>
                  <a:schemeClr val="dk1"/>
                </a:solidFill>
              </a:rPr>
              <a:t> 16 (2002): 321–57. </a:t>
            </a:r>
            <a:r>
              <a:rPr lang="en" sz="1200" u="sng">
                <a:solidFill>
                  <a:srgbClr val="1155CC"/>
                </a:solidFill>
                <a:hlinkClick r:id="rId7">
                  <a:extLst>
                    <a:ext uri="{A12FA001-AC4F-418D-AE19-62706E023703}">
                      <ahyp:hlinkClr val="tx"/>
                    </a:ext>
                  </a:extLst>
                </a:hlinkClick>
              </a:rPr>
              <a:t>https://doi.org/10.1613/jair.953</a:t>
            </a:r>
            <a:r>
              <a:rPr lang="en" sz="1200">
                <a:solidFill>
                  <a:schemeClr val="dk1"/>
                </a:solidFill>
              </a:rPr>
              <a:t>.</a:t>
            </a:r>
            <a:endParaRPr sz="1200">
              <a:solidFill>
                <a:schemeClr val="dk1"/>
              </a:solidFill>
            </a:endParaRPr>
          </a:p>
          <a:p>
            <a:pPr indent="-457200" lvl="0" marL="457200" rtl="0" algn="l">
              <a:lnSpc>
                <a:spcPct val="115000"/>
              </a:lnSpc>
              <a:spcBef>
                <a:spcPts val="1200"/>
              </a:spcBef>
              <a:spcAft>
                <a:spcPts val="0"/>
              </a:spcAft>
              <a:buNone/>
            </a:pPr>
            <a:r>
              <a:rPr lang="en" sz="1200">
                <a:solidFill>
                  <a:schemeClr val="dk1"/>
                </a:solidFill>
              </a:rPr>
              <a:t>DeGregory, K W, P Kuiper, T DeSilvio, J D Pleuss, R Miller, J W Roginski, C B Fisher, et al. “A Review of Machine Learning in Obesity.” </a:t>
            </a:r>
            <a:r>
              <a:rPr i="1" lang="en" sz="1200">
                <a:solidFill>
                  <a:schemeClr val="dk1"/>
                </a:solidFill>
              </a:rPr>
              <a:t>Obesity Reviews.</a:t>
            </a:r>
            <a:r>
              <a:rPr lang="en" sz="1200">
                <a:solidFill>
                  <a:schemeClr val="dk1"/>
                </a:solidFill>
              </a:rPr>
              <a:t> 19, no. 5 (2018): 668–85. </a:t>
            </a:r>
            <a:r>
              <a:rPr lang="en" sz="1200" u="sng">
                <a:solidFill>
                  <a:srgbClr val="1155CC"/>
                </a:solidFill>
                <a:hlinkClick r:id="rId8">
                  <a:extLst>
                    <a:ext uri="{A12FA001-AC4F-418D-AE19-62706E023703}">
                      <ahyp:hlinkClr val="tx"/>
                    </a:ext>
                  </a:extLst>
                </a:hlinkClick>
              </a:rPr>
              <a:t>https://doi.org/10.1111/obr.12667</a:t>
            </a:r>
            <a:r>
              <a:rPr lang="en" sz="1200">
                <a:solidFill>
                  <a:schemeClr val="dk1"/>
                </a:solidFill>
              </a:rPr>
              <a:t>.</a:t>
            </a:r>
            <a:endParaRPr sz="1200">
              <a:solidFill>
                <a:schemeClr val="dk1"/>
              </a:solidFill>
            </a:endParaRPr>
          </a:p>
          <a:p>
            <a:pPr indent="-457200" lvl="0" marL="457200" rtl="0" algn="l">
              <a:lnSpc>
                <a:spcPct val="115000"/>
              </a:lnSpc>
              <a:spcBef>
                <a:spcPts val="1200"/>
              </a:spcBef>
              <a:spcAft>
                <a:spcPts val="0"/>
              </a:spcAft>
              <a:buNone/>
            </a:pPr>
            <a:r>
              <a:rPr lang="en" sz="1200">
                <a:solidFill>
                  <a:schemeClr val="dk1"/>
                </a:solidFill>
              </a:rPr>
              <a:t>Fabio Mendoza Palechor and Alexis de la Hoz Manotas. "Dataset for Estimation of Obesity Levels Based on Eating Habits and Physical Condition in Individuals from Colombia, Peru, and Mexico." </a:t>
            </a:r>
            <a:r>
              <a:rPr i="1" lang="en" sz="1200">
                <a:solidFill>
                  <a:schemeClr val="dk1"/>
                </a:solidFill>
              </a:rPr>
              <a:t>Data in Brief</a:t>
            </a:r>
            <a:r>
              <a:rPr lang="en" sz="1200">
                <a:solidFill>
                  <a:schemeClr val="dk1"/>
                </a:solidFill>
              </a:rPr>
              <a:t> 25 (2019): 104344.</a:t>
            </a:r>
            <a:r>
              <a:rPr lang="en" sz="1200">
                <a:solidFill>
                  <a:schemeClr val="dk1"/>
                </a:solidFill>
                <a:uFill>
                  <a:noFill/>
                </a:uFill>
                <a:hlinkClick r:id="rId9">
                  <a:extLst>
                    <a:ext uri="{A12FA001-AC4F-418D-AE19-62706E023703}">
                      <ahyp:hlinkClr val="tx"/>
                    </a:ext>
                  </a:extLst>
                </a:hlinkClick>
              </a:rPr>
              <a:t> </a:t>
            </a:r>
            <a:r>
              <a:rPr lang="en" sz="1200" u="sng">
                <a:solidFill>
                  <a:srgbClr val="1155CC"/>
                </a:solidFill>
                <a:hlinkClick r:id="rId10">
                  <a:extLst>
                    <a:ext uri="{A12FA001-AC4F-418D-AE19-62706E023703}">
                      <ahyp:hlinkClr val="tx"/>
                    </a:ext>
                  </a:extLst>
                </a:hlinkClick>
              </a:rPr>
              <a:t>https://doi.org/10.1016/j.dib.2019.104344</a:t>
            </a:r>
            <a:r>
              <a:rPr lang="en" sz="1200">
                <a:solidFill>
                  <a:schemeClr val="dk1"/>
                </a:solidFill>
              </a:rPr>
              <a:t>.</a:t>
            </a:r>
            <a:endParaRPr sz="1200">
              <a:solidFill>
                <a:schemeClr val="dk1"/>
              </a:solidFill>
            </a:endParaRPr>
          </a:p>
          <a:p>
            <a:pPr indent="-457200" lvl="0" marL="457200" rtl="0" algn="l">
              <a:lnSpc>
                <a:spcPct val="115000"/>
              </a:lnSpc>
              <a:spcBef>
                <a:spcPts val="1200"/>
              </a:spcBef>
              <a:spcAft>
                <a:spcPts val="0"/>
              </a:spcAft>
              <a:buNone/>
            </a:pPr>
            <a:r>
              <a:rPr lang="en" sz="1200">
                <a:solidFill>
                  <a:schemeClr val="dk1"/>
                </a:solidFill>
              </a:rPr>
              <a:t>Ferreira, Sandra Roberta G, Yazmín Macotela, Licio A Velloso, and Marcelo A Mori. “Determinants of Obesity in Latin America.” </a:t>
            </a:r>
            <a:r>
              <a:rPr i="1" lang="en" sz="1200">
                <a:solidFill>
                  <a:schemeClr val="dk1"/>
                </a:solidFill>
              </a:rPr>
              <a:t>Nature Metabolism</a:t>
            </a:r>
            <a:r>
              <a:rPr lang="en" sz="1200">
                <a:solidFill>
                  <a:schemeClr val="dk1"/>
                </a:solidFill>
              </a:rPr>
              <a:t> 6, no. 3 (2024): 409–32. </a:t>
            </a:r>
            <a:r>
              <a:rPr lang="en" sz="1200" u="sng">
                <a:solidFill>
                  <a:srgbClr val="1155CC"/>
                </a:solidFill>
                <a:hlinkClick r:id="rId11">
                  <a:extLst>
                    <a:ext uri="{A12FA001-AC4F-418D-AE19-62706E023703}">
                      <ahyp:hlinkClr val="tx"/>
                    </a:ext>
                  </a:extLst>
                </a:hlinkClick>
              </a:rPr>
              <a:t>https://doi.org/10.1038/s42255-024-00977-1</a:t>
            </a:r>
            <a:r>
              <a:rPr lang="en" sz="1200">
                <a:solidFill>
                  <a:schemeClr val="dk1"/>
                </a:solidFill>
              </a:rPr>
              <a:t>.</a:t>
            </a:r>
            <a:endParaRPr sz="1200">
              <a:solidFill>
                <a:schemeClr val="dk1"/>
              </a:solidFill>
            </a:endParaRPr>
          </a:p>
          <a:p>
            <a:pPr indent="-457200" lvl="0" marL="457200" rtl="0" algn="l">
              <a:lnSpc>
                <a:spcPct val="115000"/>
              </a:lnSpc>
              <a:spcBef>
                <a:spcPts val="1200"/>
              </a:spcBef>
              <a:spcAft>
                <a:spcPts val="0"/>
              </a:spcAft>
              <a:buNone/>
            </a:pPr>
            <a:r>
              <a:rPr lang="en" sz="1200">
                <a:solidFill>
                  <a:schemeClr val="dk1"/>
                </a:solidFill>
              </a:rPr>
              <a:t>Ponte de Lucena, Paulo Henrique, Lidio Mauro Lima de Campos, and Jonathan Cris Pinheiro Garcia. “Predictive Performance of Machine Learning Algorithms Regarding Obesity Levels Based on Physical Activity and Nutritional Habits: A Comprehensive Analysis.” </a:t>
            </a:r>
            <a:r>
              <a:rPr i="1" lang="en" sz="1200">
                <a:solidFill>
                  <a:schemeClr val="dk1"/>
                </a:solidFill>
              </a:rPr>
              <a:t>Revista IEEE América Latina</a:t>
            </a:r>
            <a:r>
              <a:rPr lang="en" sz="1200">
                <a:solidFill>
                  <a:schemeClr val="dk1"/>
                </a:solidFill>
              </a:rPr>
              <a:t> 22, no. 9 (2024): 714–22. </a:t>
            </a:r>
            <a:r>
              <a:rPr lang="en" sz="1200" u="sng">
                <a:solidFill>
                  <a:srgbClr val="1155CC"/>
                </a:solidFill>
                <a:hlinkClick r:id="rId12">
                  <a:extLst>
                    <a:ext uri="{A12FA001-AC4F-418D-AE19-62706E023703}">
                      <ahyp:hlinkClr val="tx"/>
                    </a:ext>
                  </a:extLst>
                </a:hlinkClick>
              </a:rPr>
              <a:t>https://doi.org/10.1109/TLA.2024.10669246</a:t>
            </a:r>
            <a:r>
              <a:rPr lang="en" sz="1200">
                <a:solidFill>
                  <a:schemeClr val="dk1"/>
                </a:solidFill>
              </a:rPr>
              <a:t>.</a:t>
            </a:r>
            <a:endParaRPr sz="1200">
              <a:solidFill>
                <a:schemeClr val="dk1"/>
              </a:solidFill>
            </a:endParaRPr>
          </a:p>
          <a:p>
            <a:pPr indent="0" lvl="0" marL="0" rtl="0" algn="l">
              <a:lnSpc>
                <a:spcPct val="115000"/>
              </a:lnSpc>
              <a:spcBef>
                <a:spcPts val="1200"/>
              </a:spcBef>
              <a:spcAft>
                <a:spcPts val="0"/>
              </a:spcAft>
              <a:buClr>
                <a:schemeClr val="dk1"/>
              </a:buClr>
              <a:buSzPct val="100000"/>
              <a:buFont typeface="Arial"/>
              <a:buNone/>
            </a:pPr>
            <a:r>
              <a:t/>
            </a:r>
            <a:endParaRPr b="1" sz="1100">
              <a:solidFill>
                <a:schemeClr val="dk1"/>
              </a:solidFill>
            </a:endParaRPr>
          </a:p>
          <a:p>
            <a:pPr indent="0" lvl="0" marL="457200" rtl="0" algn="l">
              <a:lnSpc>
                <a:spcPct val="100000"/>
              </a:lnSpc>
              <a:spcBef>
                <a:spcPts val="1200"/>
              </a:spcBef>
              <a:spcAft>
                <a:spcPts val="1000"/>
              </a:spcAft>
              <a:buNone/>
            </a:pPr>
            <a:r>
              <a:t/>
            </a:r>
            <a:endParaRPr sz="2600">
              <a:latin typeface="Avenir"/>
              <a:ea typeface="Avenir"/>
              <a:cs typeface="Avenir"/>
              <a:sym typeface="Avenir"/>
            </a:endParaRPr>
          </a:p>
        </p:txBody>
      </p:sp>
      <p:pic>
        <p:nvPicPr>
          <p:cNvPr id="379" name="Google Shape;379;p49"/>
          <p:cNvPicPr preferRelativeResize="0"/>
          <p:nvPr/>
        </p:nvPicPr>
        <p:blipFill rotWithShape="1">
          <a:blip r:embed="rId13">
            <a:alphaModFix/>
          </a:blip>
          <a:srcRect b="0" l="0" r="0" t="0"/>
          <a:stretch/>
        </p:blipFill>
        <p:spPr>
          <a:xfrm>
            <a:off x="8352569" y="4425006"/>
            <a:ext cx="533456" cy="533456"/>
          </a:xfrm>
          <a:prstGeom prst="rect">
            <a:avLst/>
          </a:prstGeom>
          <a:noFill/>
          <a:ln>
            <a:noFill/>
          </a:ln>
        </p:spPr>
      </p:pic>
      <p:sp>
        <p:nvSpPr>
          <p:cNvPr id="380" name="Google Shape;380;p49"/>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50"/>
          <p:cNvPicPr preferRelativeResize="0"/>
          <p:nvPr/>
        </p:nvPicPr>
        <p:blipFill rotWithShape="1">
          <a:blip r:embed="rId3">
            <a:alphaModFix/>
          </a:blip>
          <a:srcRect b="0" l="0" r="0" t="0"/>
          <a:stretch/>
        </p:blipFill>
        <p:spPr>
          <a:xfrm>
            <a:off x="6" y="0"/>
            <a:ext cx="8678700" cy="4860056"/>
          </a:xfrm>
          <a:prstGeom prst="rect">
            <a:avLst/>
          </a:prstGeom>
          <a:noFill/>
          <a:ln>
            <a:noFill/>
          </a:ln>
        </p:spPr>
      </p:pic>
      <p:sp>
        <p:nvSpPr>
          <p:cNvPr id="386" name="Google Shape;386;p50"/>
          <p:cNvSpPr txBox="1"/>
          <p:nvPr>
            <p:ph type="title"/>
          </p:nvPr>
        </p:nvSpPr>
        <p:spPr>
          <a:xfrm>
            <a:off x="183229" y="32500"/>
            <a:ext cx="7816200" cy="745800"/>
          </a:xfrm>
          <a:prstGeom prst="rect">
            <a:avLst/>
          </a:prstGeom>
          <a:solidFill>
            <a:srgbClr val="F3F3F3">
              <a:alpha val="80000"/>
            </a:srgbClr>
          </a:solid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3300"/>
              <a:buFont typeface="Book Antiqua"/>
              <a:buNone/>
            </a:pPr>
            <a:r>
              <a:rPr lang="en" sz="2400"/>
              <a:t> Reference</a:t>
            </a:r>
            <a:endParaRPr b="1" sz="2400"/>
          </a:p>
        </p:txBody>
      </p:sp>
      <p:sp>
        <p:nvSpPr>
          <p:cNvPr id="387" name="Google Shape;387;p50"/>
          <p:cNvSpPr txBox="1"/>
          <p:nvPr>
            <p:ph idx="1" type="body"/>
          </p:nvPr>
        </p:nvSpPr>
        <p:spPr>
          <a:xfrm>
            <a:off x="183225" y="854050"/>
            <a:ext cx="7816200" cy="3685800"/>
          </a:xfrm>
          <a:prstGeom prst="rect">
            <a:avLst/>
          </a:prstGeom>
          <a:gradFill>
            <a:gsLst>
              <a:gs pos="0">
                <a:srgbClr val="FFFFFF"/>
              </a:gs>
              <a:gs pos="100000">
                <a:srgbClr val="B3B3B3"/>
              </a:gs>
            </a:gsLst>
            <a:lin ang="5400012" scaled="0"/>
          </a:gradFill>
          <a:ln>
            <a:noFill/>
          </a:ln>
          <a:effectLst>
            <a:outerShdw blurRad="57150" rotWithShape="0" algn="bl" dir="5400000" dist="19050">
              <a:srgbClr val="000000">
                <a:alpha val="20000"/>
              </a:srgbClr>
            </a:outerShdw>
          </a:effectLst>
        </p:spPr>
        <p:txBody>
          <a:bodyPr anchorCtr="0" anchor="t" bIns="34275" lIns="68575" spcFirstLastPara="1" rIns="68575" wrap="square" tIns="34275">
            <a:normAutofit fontScale="85000"/>
          </a:bodyPr>
          <a:lstStyle/>
          <a:p>
            <a:pPr indent="-457200" lvl="0" marL="457200" rtl="0" algn="l">
              <a:lnSpc>
                <a:spcPct val="100000"/>
              </a:lnSpc>
              <a:spcBef>
                <a:spcPts val="400"/>
              </a:spcBef>
              <a:spcAft>
                <a:spcPts val="0"/>
              </a:spcAft>
              <a:buNone/>
            </a:pPr>
            <a:r>
              <a:rPr lang="en" sz="950">
                <a:solidFill>
                  <a:schemeClr val="dk1"/>
                </a:solidFill>
              </a:rPr>
              <a:t>Rappange, David R., Werner B. F. Brouwer, Rudolf T. Hoogenveen, and Pieter Van Baal H.M. 2009. "Healthcare Costs and Obesity Prevention: Drug Costs and Other Sector-Specific Consequences." </a:t>
            </a:r>
            <a:r>
              <a:rPr i="1" lang="en" sz="950">
                <a:solidFill>
                  <a:schemeClr val="dk1"/>
                </a:solidFill>
              </a:rPr>
              <a:t>PharmacoEconomics</a:t>
            </a:r>
            <a:r>
              <a:rPr lang="en" sz="950">
                <a:solidFill>
                  <a:schemeClr val="dk1"/>
                </a:solidFill>
              </a:rPr>
              <a:t> 27 (12) (12): 1031-1044. doi:https://doi.org/10.2165/11319900-000000000-00000. </a:t>
            </a:r>
            <a:r>
              <a:rPr lang="en" sz="950" u="sng">
                <a:solidFill>
                  <a:srgbClr val="1155CC"/>
                </a:solidFill>
                <a:hlinkClick r:id="rId4">
                  <a:extLst>
                    <a:ext uri="{A12FA001-AC4F-418D-AE19-62706E023703}">
                      <ahyp:hlinkClr val="tx"/>
                    </a:ext>
                  </a:extLst>
                </a:hlinkClick>
              </a:rPr>
              <a:t>http://turing.library.northwestern.edu/login?url=https://www.proquest.com/scholarly-journals/healthcare-costs-obesity-prevention/docview/222361591/se-2</a:t>
            </a:r>
            <a:r>
              <a:rPr lang="en" sz="950">
                <a:solidFill>
                  <a:srgbClr val="555555"/>
                </a:solidFill>
              </a:rPr>
              <a:t>.</a:t>
            </a:r>
            <a:endParaRPr sz="950">
              <a:solidFill>
                <a:srgbClr val="555555"/>
              </a:solidFill>
            </a:endParaRPr>
          </a:p>
          <a:p>
            <a:pPr indent="-457200" lvl="0" marL="457200" rtl="0" algn="l">
              <a:lnSpc>
                <a:spcPct val="140000"/>
              </a:lnSpc>
              <a:spcBef>
                <a:spcPts val="1000"/>
              </a:spcBef>
              <a:spcAft>
                <a:spcPts val="0"/>
              </a:spcAft>
              <a:buNone/>
            </a:pPr>
            <a:r>
              <a:rPr lang="en" sz="950">
                <a:solidFill>
                  <a:schemeClr val="dk1"/>
                </a:solidFill>
              </a:rPr>
              <a:t>Safaei, Mahmood, Elankovan A. Sundararajan, Maha Driss, Wadii Boulila, and Azrulhizam Shapi'i. 2021. "A Systematic Literature Review on Obesity: Understanding the Causes and Consequences of Obesity and Reviewing Various Machine Learning Approaches Used to Predict Obesity." </a:t>
            </a:r>
            <a:r>
              <a:rPr i="1" lang="en" sz="950">
                <a:solidFill>
                  <a:schemeClr val="dk1"/>
                </a:solidFill>
              </a:rPr>
              <a:t>Computers in Biology and Medicine</a:t>
            </a:r>
            <a:r>
              <a:rPr lang="en" sz="950">
                <a:solidFill>
                  <a:schemeClr val="dk1"/>
                </a:solidFill>
              </a:rPr>
              <a:t> 134 (September): 104344. </a:t>
            </a:r>
            <a:r>
              <a:rPr lang="en" sz="950" u="sng">
                <a:solidFill>
                  <a:srgbClr val="1155CC"/>
                </a:solidFill>
                <a:hlinkClick r:id="rId5">
                  <a:extLst>
                    <a:ext uri="{A12FA001-AC4F-418D-AE19-62706E023703}">
                      <ahyp:hlinkClr val="tx"/>
                    </a:ext>
                  </a:extLst>
                </a:hlinkClick>
              </a:rPr>
              <a:t>https://doi.org/10.1016/j.compbiomed.2021.104344</a:t>
            </a:r>
            <a:r>
              <a:rPr lang="en" sz="950">
                <a:solidFill>
                  <a:srgbClr val="555555"/>
                </a:solidFill>
              </a:rPr>
              <a:t>.</a:t>
            </a:r>
            <a:endParaRPr sz="950">
              <a:solidFill>
                <a:schemeClr val="dk1"/>
              </a:solidFill>
            </a:endParaRPr>
          </a:p>
          <a:p>
            <a:pPr indent="-457200" lvl="0" marL="457200" rtl="0" algn="l">
              <a:lnSpc>
                <a:spcPct val="115000"/>
              </a:lnSpc>
              <a:spcBef>
                <a:spcPts val="1200"/>
              </a:spcBef>
              <a:spcAft>
                <a:spcPts val="0"/>
              </a:spcAft>
              <a:buNone/>
            </a:pPr>
            <a:r>
              <a:rPr lang="en" sz="950">
                <a:solidFill>
                  <a:schemeClr val="dk1"/>
                </a:solidFill>
              </a:rPr>
              <a:t>Sarma, Shohinee, Sanjeev Sockalingam, and Satya Dash. “Obesity as a Multisystem Disease: Trends in Obesity Rates and Obesity‐related Complications.” </a:t>
            </a:r>
            <a:r>
              <a:rPr i="1" lang="en" sz="950">
                <a:solidFill>
                  <a:schemeClr val="dk1"/>
                </a:solidFill>
              </a:rPr>
              <a:t>Diabetes, Obesity &amp; Metabolism.</a:t>
            </a:r>
            <a:r>
              <a:rPr lang="en" sz="950">
                <a:solidFill>
                  <a:schemeClr val="dk1"/>
                </a:solidFill>
              </a:rPr>
              <a:t> 23, no. S1 (2021): 3–16. </a:t>
            </a:r>
            <a:r>
              <a:rPr lang="en" sz="950" u="sng">
                <a:solidFill>
                  <a:srgbClr val="1155CC"/>
                </a:solidFill>
                <a:hlinkClick r:id="rId6">
                  <a:extLst>
                    <a:ext uri="{A12FA001-AC4F-418D-AE19-62706E023703}">
                      <ahyp:hlinkClr val="tx"/>
                    </a:ext>
                  </a:extLst>
                </a:hlinkClick>
              </a:rPr>
              <a:t>https://doi.org/10.1111/dom.14290</a:t>
            </a:r>
            <a:r>
              <a:rPr lang="en" sz="950">
                <a:solidFill>
                  <a:schemeClr val="dk1"/>
                </a:solidFill>
              </a:rPr>
              <a:t>.</a:t>
            </a:r>
            <a:endParaRPr sz="950">
              <a:solidFill>
                <a:schemeClr val="dk1"/>
              </a:solidFill>
            </a:endParaRPr>
          </a:p>
          <a:p>
            <a:pPr indent="-457200" lvl="0" marL="457200" rtl="0" algn="l">
              <a:lnSpc>
                <a:spcPct val="115000"/>
              </a:lnSpc>
              <a:spcBef>
                <a:spcPts val="1200"/>
              </a:spcBef>
              <a:spcAft>
                <a:spcPts val="0"/>
              </a:spcAft>
              <a:buNone/>
            </a:pPr>
            <a:r>
              <a:rPr lang="en" sz="950">
                <a:solidFill>
                  <a:schemeClr val="dk1"/>
                </a:solidFill>
              </a:rPr>
              <a:t>Turchin, Alexander, Fritha J. Morrison, Maria Shubina, Ilya Lipkovich, Shraddha Shinde, Nadia N. Ahmad, and Hong Kan. "EXIST: EXamining rIsk of excesS adiposiTy—Machine Learning to Predict Obesity‐Related Complications." </a:t>
            </a:r>
            <a:r>
              <a:rPr i="1" lang="en" sz="950">
                <a:solidFill>
                  <a:schemeClr val="dk1"/>
                </a:solidFill>
              </a:rPr>
              <a:t>Obesity Science &amp; Practice</a:t>
            </a:r>
            <a:r>
              <a:rPr lang="en" sz="950">
                <a:solidFill>
                  <a:schemeClr val="dk1"/>
                </a:solidFill>
              </a:rPr>
              <a:t> (2024). </a:t>
            </a:r>
            <a:r>
              <a:rPr lang="en" sz="950" u="sng">
                <a:solidFill>
                  <a:srgbClr val="1155CC"/>
                </a:solidFill>
                <a:hlinkClick r:id="rId7">
                  <a:extLst>
                    <a:ext uri="{A12FA001-AC4F-418D-AE19-62706E023703}">
                      <ahyp:hlinkClr val="tx"/>
                    </a:ext>
                  </a:extLst>
                </a:hlinkClick>
              </a:rPr>
              <a:t>https://doi.org/10.1002/osp4.707</a:t>
            </a:r>
            <a:r>
              <a:rPr lang="en" sz="950">
                <a:solidFill>
                  <a:schemeClr val="dk1"/>
                </a:solidFill>
              </a:rPr>
              <a:t>.</a:t>
            </a:r>
            <a:endParaRPr sz="950">
              <a:solidFill>
                <a:schemeClr val="dk1"/>
              </a:solidFill>
            </a:endParaRPr>
          </a:p>
          <a:p>
            <a:pPr indent="-457200" lvl="0" marL="457200" rtl="0" algn="l">
              <a:lnSpc>
                <a:spcPct val="115000"/>
              </a:lnSpc>
              <a:spcBef>
                <a:spcPts val="1200"/>
              </a:spcBef>
              <a:spcAft>
                <a:spcPts val="0"/>
              </a:spcAft>
              <a:buNone/>
            </a:pPr>
            <a:r>
              <a:rPr lang="en" sz="950">
                <a:solidFill>
                  <a:schemeClr val="dk1"/>
                </a:solidFill>
              </a:rPr>
              <a:t>Yamada, Goro, Carlos Castillo-Salgado, Jessica C Jones-Smith, and Lawrence H Moulton. “Differences in Magnitude and Rate of Change in Adult Obesity Distribution by Age and Sex in Mexico, Colombia and Peru, 2005–2010.” </a:t>
            </a:r>
            <a:r>
              <a:rPr i="1" lang="en" sz="950">
                <a:solidFill>
                  <a:schemeClr val="dk1"/>
                </a:solidFill>
              </a:rPr>
              <a:t>Public Health Nutrition</a:t>
            </a:r>
            <a:r>
              <a:rPr lang="en" sz="950">
                <a:solidFill>
                  <a:schemeClr val="dk1"/>
                </a:solidFill>
              </a:rPr>
              <a:t> 22, no. 4 (2019): 757–63. </a:t>
            </a:r>
            <a:r>
              <a:rPr lang="en" sz="950" u="sng">
                <a:solidFill>
                  <a:srgbClr val="1155CC"/>
                </a:solidFill>
                <a:hlinkClick r:id="rId8">
                  <a:extLst>
                    <a:ext uri="{A12FA001-AC4F-418D-AE19-62706E023703}">
                      <ahyp:hlinkClr val="tx"/>
                    </a:ext>
                  </a:extLst>
                </a:hlinkClick>
              </a:rPr>
              <a:t>https://doi.org/10.1017/S1368980018002343</a:t>
            </a:r>
            <a:r>
              <a:rPr lang="en" sz="950">
                <a:solidFill>
                  <a:schemeClr val="dk1"/>
                </a:solidFill>
              </a:rPr>
              <a:t>.</a:t>
            </a:r>
            <a:endParaRPr sz="950">
              <a:solidFill>
                <a:schemeClr val="dk1"/>
              </a:solidFill>
            </a:endParaRPr>
          </a:p>
          <a:p>
            <a:pPr indent="-457200" lvl="0" marL="457200" rtl="0" algn="l">
              <a:lnSpc>
                <a:spcPct val="115000"/>
              </a:lnSpc>
              <a:spcBef>
                <a:spcPts val="120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1100">
              <a:solidFill>
                <a:schemeClr val="dk1"/>
              </a:solidFill>
            </a:endParaRPr>
          </a:p>
          <a:p>
            <a:pPr indent="0" lvl="0" marL="457200" rtl="0" algn="l">
              <a:lnSpc>
                <a:spcPct val="100000"/>
              </a:lnSpc>
              <a:spcBef>
                <a:spcPts val="1200"/>
              </a:spcBef>
              <a:spcAft>
                <a:spcPts val="1000"/>
              </a:spcAft>
              <a:buNone/>
            </a:pPr>
            <a:r>
              <a:t/>
            </a:r>
            <a:endParaRPr sz="2600">
              <a:latin typeface="Avenir"/>
              <a:ea typeface="Avenir"/>
              <a:cs typeface="Avenir"/>
              <a:sym typeface="Avenir"/>
            </a:endParaRPr>
          </a:p>
        </p:txBody>
      </p:sp>
      <p:pic>
        <p:nvPicPr>
          <p:cNvPr id="388" name="Google Shape;388;p50"/>
          <p:cNvPicPr preferRelativeResize="0"/>
          <p:nvPr/>
        </p:nvPicPr>
        <p:blipFill rotWithShape="1">
          <a:blip r:embed="rId9">
            <a:alphaModFix/>
          </a:blip>
          <a:srcRect b="0" l="0" r="0" t="0"/>
          <a:stretch/>
        </p:blipFill>
        <p:spPr>
          <a:xfrm>
            <a:off x="8352569" y="4425006"/>
            <a:ext cx="533456" cy="533456"/>
          </a:xfrm>
          <a:prstGeom prst="rect">
            <a:avLst/>
          </a:prstGeom>
          <a:noFill/>
          <a:ln>
            <a:noFill/>
          </a:ln>
        </p:spPr>
      </p:pic>
      <p:sp>
        <p:nvSpPr>
          <p:cNvPr id="389" name="Google Shape;389;p50"/>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SzPts val="900"/>
              <a:buFont typeface="Arial"/>
              <a:buNone/>
            </a:pPr>
            <a:fld id="{00000000-1234-1234-1234-123412341234}" type="slidenum">
              <a:rPr lang="en">
                <a:solidFill>
                  <a:schemeClr val="lt1"/>
                </a:solidFill>
              </a:rPr>
              <a:t>‹#›</a:t>
            </a:fld>
            <a:endParaRPr>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1"/>
          <p:cNvSpPr txBox="1"/>
          <p:nvPr>
            <p:ph type="title"/>
          </p:nvPr>
        </p:nvSpPr>
        <p:spPr>
          <a:xfrm>
            <a:off x="0" y="1313446"/>
            <a:ext cx="9144000" cy="2793600"/>
          </a:xfrm>
          <a:prstGeom prst="rect">
            <a:avLst/>
          </a:prstGeom>
        </p:spPr>
        <p:txBody>
          <a:bodyPr anchorCtr="0" anchor="ctr" bIns="34275" lIns="68575" spcFirstLastPara="1" rIns="68575" wrap="square" tIns="34275">
            <a:noAutofit/>
          </a:bodyPr>
          <a:lstStyle/>
          <a:p>
            <a:pPr indent="0" lvl="0" marL="0" rtl="0" algn="ctr">
              <a:lnSpc>
                <a:spcPct val="100000"/>
              </a:lnSpc>
              <a:spcBef>
                <a:spcPts val="0"/>
              </a:spcBef>
              <a:spcAft>
                <a:spcPts val="0"/>
              </a:spcAft>
              <a:buNone/>
            </a:pPr>
            <a:r>
              <a:rPr lang="en" sz="4300">
                <a:solidFill>
                  <a:srgbClr val="FFFFFF"/>
                </a:solidFill>
                <a:latin typeface="Avenir"/>
                <a:ea typeface="Avenir"/>
                <a:cs typeface="Avenir"/>
                <a:sym typeface="Avenir"/>
              </a:rPr>
              <a:t> Thank you!</a:t>
            </a:r>
            <a:endParaRPr sz="4300">
              <a:solidFill>
                <a:srgbClr val="FFFFFF"/>
              </a:solidFill>
              <a:latin typeface="Avenir"/>
              <a:ea typeface="Avenir"/>
              <a:cs typeface="Avenir"/>
              <a:sym typeface="Avenir"/>
            </a:endParaRPr>
          </a:p>
          <a:p>
            <a:pPr indent="0" lvl="0" marL="0" rtl="0" algn="ctr">
              <a:lnSpc>
                <a:spcPct val="100000"/>
              </a:lnSpc>
              <a:spcBef>
                <a:spcPts val="0"/>
              </a:spcBef>
              <a:spcAft>
                <a:spcPts val="0"/>
              </a:spcAft>
              <a:buNone/>
            </a:pPr>
            <a:r>
              <a:rPr lang="en" sz="4300">
                <a:solidFill>
                  <a:srgbClr val="FFFFFF"/>
                </a:solidFill>
                <a:latin typeface="Avenir"/>
                <a:ea typeface="Avenir"/>
                <a:cs typeface="Avenir"/>
                <a:sym typeface="Avenir"/>
              </a:rPr>
              <a:t>Questions?</a:t>
            </a:r>
            <a:endParaRPr sz="4300">
              <a:solidFill>
                <a:srgbClr val="FFFFFF"/>
              </a:solidFill>
              <a:latin typeface="Avenir"/>
              <a:ea typeface="Avenir"/>
              <a:cs typeface="Avenir"/>
              <a:sym typeface="Avenir"/>
            </a:endParaRPr>
          </a:p>
        </p:txBody>
      </p:sp>
      <p:sp>
        <p:nvSpPr>
          <p:cNvPr id="396" name="Google Shape;396;p51"/>
          <p:cNvSpPr txBox="1"/>
          <p:nvPr>
            <p:ph idx="12" type="sldNum"/>
          </p:nvPr>
        </p:nvSpPr>
        <p:spPr>
          <a:xfrm>
            <a:off x="8556784" y="4749850"/>
            <a:ext cx="548700" cy="393600"/>
          </a:xfrm>
          <a:prstGeom prst="rect">
            <a:avLst/>
          </a:prstGeom>
        </p:spPr>
        <p:txBody>
          <a:bodyPr anchorCtr="0" anchor="t" bIns="34275" lIns="68575" spcFirstLastPara="1" rIns="68575" wrap="square" tIns="34275">
            <a:noAutofit/>
          </a:bodyPr>
          <a:lstStyle/>
          <a:p>
            <a:pPr indent="0" lvl="0" marL="0" rtl="0" algn="r">
              <a:spcBef>
                <a:spcPts val="0"/>
              </a:spcBef>
              <a:spcAft>
                <a:spcPts val="0"/>
              </a:spcAft>
              <a:buClr>
                <a:schemeClr val="dk1"/>
              </a:buClr>
              <a:buSzPts val="1000"/>
              <a:buFont typeface="Calibri"/>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